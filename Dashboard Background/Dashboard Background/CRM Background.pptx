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3B26BC"/>
    <a:srgbClr val="EEEEEE"/>
    <a:srgbClr val="503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E41ED-73C6-4359-8B1E-7F5083DF6DF5}" v="95" dt="2025-05-23T08:36:51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Ocham" userId="621798559d53d1b0" providerId="LiveId" clId="{0B1E41ED-73C6-4359-8B1E-7F5083DF6DF5}"/>
    <pc:docChg chg="undo custSel addSld modSld">
      <pc:chgData name="Felix Ocham" userId="621798559d53d1b0" providerId="LiveId" clId="{0B1E41ED-73C6-4359-8B1E-7F5083DF6DF5}" dt="2025-05-23T08:36:51.928" v="1218" actId="164"/>
      <pc:docMkLst>
        <pc:docMk/>
      </pc:docMkLst>
      <pc:sldChg chg="addSp delSp modSp mod">
        <pc:chgData name="Felix Ocham" userId="621798559d53d1b0" providerId="LiveId" clId="{0B1E41ED-73C6-4359-8B1E-7F5083DF6DF5}" dt="2025-05-23T08:36:51.928" v="1218" actId="164"/>
        <pc:sldMkLst>
          <pc:docMk/>
          <pc:sldMk cId="2518829760" sldId="256"/>
        </pc:sldMkLst>
        <pc:spChg chg="mod topLvl">
          <ac:chgData name="Felix Ocham" userId="621798559d53d1b0" providerId="LiveId" clId="{0B1E41ED-73C6-4359-8B1E-7F5083DF6DF5}" dt="2025-05-21T11:23:34.503" v="699" actId="165"/>
          <ac:spMkLst>
            <pc:docMk/>
            <pc:sldMk cId="2518829760" sldId="256"/>
            <ac:spMk id="4" creationId="{F2456DAE-7F62-5C34-E1A0-771913C0B832}"/>
          </ac:spMkLst>
        </pc:spChg>
        <pc:spChg chg="mod topLvl">
          <ac:chgData name="Felix Ocham" userId="621798559d53d1b0" providerId="LiveId" clId="{0B1E41ED-73C6-4359-8B1E-7F5083DF6DF5}" dt="2025-05-21T11:23:34.503" v="699" actId="165"/>
          <ac:spMkLst>
            <pc:docMk/>
            <pc:sldMk cId="2518829760" sldId="256"/>
            <ac:spMk id="5" creationId="{2F10FB0B-9BB5-D395-9309-AF2622594EBA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8" creationId="{98A45EF2-4525-0169-CCE2-EBA375C46B8B}"/>
          </ac:spMkLst>
        </pc:spChg>
        <pc:spChg chg="add mod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10" creationId="{636479D0-B6B0-53C0-DA2E-30D901712A0B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12" creationId="{7F516D95-3309-05D7-4A24-B6690D4F519E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13" creationId="{A28207A0-D741-6D7D-9DCA-8228C6387398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19" creationId="{C4CD1FE6-4753-0E1E-115F-D9D0AB01762E}"/>
          </ac:spMkLst>
        </pc:spChg>
        <pc:spChg chg="add mod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21" creationId="{DD9D6FEA-4F31-4781-71EB-8425CFA49B7A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23" creationId="{D0112EF1-7906-8E80-AB39-CE5E9746A46A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25" creationId="{7D78994C-B639-3C3D-D42E-5A5D85E0A5DD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26" creationId="{9A9664EA-816F-F01E-209B-FB89E014602C}"/>
          </ac:spMkLst>
        </pc:spChg>
        <pc:spChg chg="add mod topLvl">
          <ac:chgData name="Felix Ocham" userId="621798559d53d1b0" providerId="LiveId" clId="{0B1E41ED-73C6-4359-8B1E-7F5083DF6DF5}" dt="2025-05-23T08:36:51.928" v="1218" actId="164"/>
          <ac:spMkLst>
            <pc:docMk/>
            <pc:sldMk cId="2518829760" sldId="256"/>
            <ac:spMk id="27" creationId="{DC4D10C1-E7A6-453A-12EE-94B26270A1EC}"/>
          </ac:spMkLst>
        </pc:spChg>
        <pc:grpChg chg="add mod">
          <ac:chgData name="Felix Ocham" userId="621798559d53d1b0" providerId="LiveId" clId="{0B1E41ED-73C6-4359-8B1E-7F5083DF6DF5}" dt="2025-05-14T16:49:11.891" v="13" actId="164"/>
          <ac:grpSpMkLst>
            <pc:docMk/>
            <pc:sldMk cId="2518829760" sldId="256"/>
            <ac:grpSpMk id="2" creationId="{084B9FE4-D338-9D42-B304-4FAB12B0E48A}"/>
          </ac:grpSpMkLst>
        </pc:grpChg>
        <pc:cxnChg chg="mod topLvl">
          <ac:chgData name="Felix Ocham" userId="621798559d53d1b0" providerId="LiveId" clId="{0B1E41ED-73C6-4359-8B1E-7F5083DF6DF5}" dt="2025-05-14T16:49:11.891" v="13" actId="164"/>
          <ac:cxnSpMkLst>
            <pc:docMk/>
            <pc:sldMk cId="2518829760" sldId="256"/>
            <ac:cxnSpMk id="7" creationId="{464DB69A-3C0F-5F48-275B-EC1EFAD6106C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28" creationId="{51CC8CE7-659C-F967-F679-464656FBE1FE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31" creationId="{9AB2449B-3E69-0E32-6AF3-FAD20321F339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32" creationId="{C1786AAF-88CB-1D87-50D5-AD8D39CC956D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33" creationId="{1386EDCB-6CCB-E7C7-B28E-F9F334DBDE39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41" creationId="{1265FF0D-98E2-9545-0238-4EA0F6411116}"/>
          </ac:cxnSpMkLst>
        </pc:cxnChg>
        <pc:cxnChg chg="add mod">
          <ac:chgData name="Felix Ocham" userId="621798559d53d1b0" providerId="LiveId" clId="{0B1E41ED-73C6-4359-8B1E-7F5083DF6DF5}" dt="2025-05-15T14:07:28.825" v="255" actId="692"/>
          <ac:cxnSpMkLst>
            <pc:docMk/>
            <pc:sldMk cId="2518829760" sldId="256"/>
            <ac:cxnSpMk id="42" creationId="{5BB0DF69-008D-9E13-F22E-34D028DC1C2E}"/>
          </ac:cxnSpMkLst>
        </pc:cxnChg>
      </pc:sldChg>
      <pc:sldChg chg="addSp delSp modSp add mod setBg">
        <pc:chgData name="Felix Ocham" userId="621798559d53d1b0" providerId="LiveId" clId="{0B1E41ED-73C6-4359-8B1E-7F5083DF6DF5}" dt="2025-05-22T14:29:46.945" v="1209" actId="208"/>
        <pc:sldMkLst>
          <pc:docMk/>
          <pc:sldMk cId="2369179798" sldId="257"/>
        </pc:sldMkLst>
        <pc:spChg chg="del mod topLvl">
          <ac:chgData name="Felix Ocham" userId="621798559d53d1b0" providerId="LiveId" clId="{0B1E41ED-73C6-4359-8B1E-7F5083DF6DF5}" dt="2025-05-22T09:01:12.974" v="1067" actId="478"/>
          <ac:spMkLst>
            <pc:docMk/>
            <pc:sldMk cId="2369179798" sldId="257"/>
            <ac:spMk id="4" creationId="{39E5BD9F-74F1-36DB-0BCA-DA307DDE8E2F}"/>
          </ac:spMkLst>
        </pc:spChg>
        <pc:spChg chg="del mod topLvl">
          <ac:chgData name="Felix Ocham" userId="621798559d53d1b0" providerId="LiveId" clId="{0B1E41ED-73C6-4359-8B1E-7F5083DF6DF5}" dt="2025-05-22T09:01:12.974" v="1067" actId="478"/>
          <ac:spMkLst>
            <pc:docMk/>
            <pc:sldMk cId="2369179798" sldId="257"/>
            <ac:spMk id="5" creationId="{DC4A68B6-F614-3681-5BF7-A0ED7F6BB3C5}"/>
          </ac:spMkLst>
        </pc:spChg>
        <pc:spChg chg="add del">
          <ac:chgData name="Felix Ocham" userId="621798559d53d1b0" providerId="LiveId" clId="{0B1E41ED-73C6-4359-8B1E-7F5083DF6DF5}" dt="2025-05-22T10:29:42.711" v="1102" actId="22"/>
          <ac:spMkLst>
            <pc:docMk/>
            <pc:sldMk cId="2369179798" sldId="257"/>
            <ac:spMk id="23" creationId="{60B06BDF-8015-4583-9EB9-54D89540EA76}"/>
          </ac:spMkLst>
        </pc:spChg>
        <pc:spChg chg="add del">
          <ac:chgData name="Felix Ocham" userId="621798559d53d1b0" providerId="LiveId" clId="{0B1E41ED-73C6-4359-8B1E-7F5083DF6DF5}" dt="2025-05-22T10:31:05.039" v="1104" actId="22"/>
          <ac:spMkLst>
            <pc:docMk/>
            <pc:sldMk cId="2369179798" sldId="257"/>
            <ac:spMk id="25" creationId="{DE1C5CBD-5F1A-1261-CC74-CF936EFF9663}"/>
          </ac:spMkLst>
        </pc:spChg>
        <pc:grpChg chg="del">
          <ac:chgData name="Felix Ocham" userId="621798559d53d1b0" providerId="LiveId" clId="{0B1E41ED-73C6-4359-8B1E-7F5083DF6DF5}" dt="2025-05-22T09:01:05.200" v="1065" actId="165"/>
          <ac:grpSpMkLst>
            <pc:docMk/>
            <pc:sldMk cId="2369179798" sldId="257"/>
            <ac:grpSpMk id="2" creationId="{023A106C-D89C-8749-5517-BDF7127B977F}"/>
          </ac:grpSpMkLst>
        </pc:grpChg>
        <pc:picChg chg="add mod">
          <ac:chgData name="Felix Ocham" userId="621798559d53d1b0" providerId="LiveId" clId="{0B1E41ED-73C6-4359-8B1E-7F5083DF6DF5}" dt="2025-05-22T13:58:24.088" v="1172" actId="1076"/>
          <ac:picMkLst>
            <pc:docMk/>
            <pc:sldMk cId="2369179798" sldId="257"/>
            <ac:picMk id="6" creationId="{A338682E-2032-FB53-31A6-A93FFC7914E9}"/>
          </ac:picMkLst>
        </pc:picChg>
        <pc:picChg chg="add mod">
          <ac:chgData name="Felix Ocham" userId="621798559d53d1b0" providerId="LiveId" clId="{0B1E41ED-73C6-4359-8B1E-7F5083DF6DF5}" dt="2025-05-22T09:53:52.778" v="1085" actId="208"/>
          <ac:picMkLst>
            <pc:docMk/>
            <pc:sldMk cId="2369179798" sldId="257"/>
            <ac:picMk id="8" creationId="{B8B8884F-4B9E-194C-EB77-D05A90352575}"/>
          </ac:picMkLst>
        </pc:picChg>
        <pc:picChg chg="add mod">
          <ac:chgData name="Felix Ocham" userId="621798559d53d1b0" providerId="LiveId" clId="{0B1E41ED-73C6-4359-8B1E-7F5083DF6DF5}" dt="2025-05-15T07:12:42.461" v="19" actId="108"/>
          <ac:picMkLst>
            <pc:docMk/>
            <pc:sldMk cId="2369179798" sldId="257"/>
            <ac:picMk id="9" creationId="{8E02DAD0-566F-8614-DA18-59A6A5B516F4}"/>
          </ac:picMkLst>
        </pc:picChg>
        <pc:picChg chg="add mod">
          <ac:chgData name="Felix Ocham" userId="621798559d53d1b0" providerId="LiveId" clId="{0B1E41ED-73C6-4359-8B1E-7F5083DF6DF5}" dt="2025-05-22T14:00:07.714" v="1195" actId="208"/>
          <ac:picMkLst>
            <pc:docMk/>
            <pc:sldMk cId="2369179798" sldId="257"/>
            <ac:picMk id="11" creationId="{B1B6A3C5-8705-B5E7-F1E1-9A0550EDC170}"/>
          </ac:picMkLst>
        </pc:picChg>
        <pc:picChg chg="add mod">
          <ac:chgData name="Felix Ocham" userId="621798559d53d1b0" providerId="LiveId" clId="{0B1E41ED-73C6-4359-8B1E-7F5083DF6DF5}" dt="2025-05-22T13:58:53.980" v="1176" actId="1076"/>
          <ac:picMkLst>
            <pc:docMk/>
            <pc:sldMk cId="2369179798" sldId="257"/>
            <ac:picMk id="12" creationId="{C1B1F8AC-9F95-B091-B2A1-F08F1542F06F}"/>
          </ac:picMkLst>
        </pc:picChg>
        <pc:picChg chg="add mod">
          <ac:chgData name="Felix Ocham" userId="621798559d53d1b0" providerId="LiveId" clId="{0B1E41ED-73C6-4359-8B1E-7F5083DF6DF5}" dt="2025-05-15T08:19:30.364" v="29" actId="208"/>
          <ac:picMkLst>
            <pc:docMk/>
            <pc:sldMk cId="2369179798" sldId="257"/>
            <ac:picMk id="13" creationId="{05C289C1-8F60-356F-3F21-AB9ACE49386B}"/>
          </ac:picMkLst>
        </pc:picChg>
        <pc:picChg chg="add mod">
          <ac:chgData name="Felix Ocham" userId="621798559d53d1b0" providerId="LiveId" clId="{0B1E41ED-73C6-4359-8B1E-7F5083DF6DF5}" dt="2025-05-22T13:58:11.538" v="1170" actId="1076"/>
          <ac:picMkLst>
            <pc:docMk/>
            <pc:sldMk cId="2369179798" sldId="257"/>
            <ac:picMk id="15" creationId="{E49D85CF-AFBD-52E7-8B20-1D94AF4BC840}"/>
          </ac:picMkLst>
        </pc:picChg>
        <pc:picChg chg="add del mod">
          <ac:chgData name="Felix Ocham" userId="621798559d53d1b0" providerId="LiveId" clId="{0B1E41ED-73C6-4359-8B1E-7F5083DF6DF5}" dt="2025-05-22T13:59:39.266" v="1187" actId="478"/>
          <ac:picMkLst>
            <pc:docMk/>
            <pc:sldMk cId="2369179798" sldId="257"/>
            <ac:picMk id="17" creationId="{0F7A2447-70B6-C44E-2ECE-B08CABD5DC4C}"/>
          </ac:picMkLst>
        </pc:picChg>
        <pc:picChg chg="add del mod">
          <ac:chgData name="Felix Ocham" userId="621798559d53d1b0" providerId="LiveId" clId="{0B1E41ED-73C6-4359-8B1E-7F5083DF6DF5}" dt="2025-05-22T12:08:24.904" v="1129" actId="478"/>
          <ac:picMkLst>
            <pc:docMk/>
            <pc:sldMk cId="2369179798" sldId="257"/>
            <ac:picMk id="19" creationId="{0308508C-0A46-DBD3-7CD9-6E3CE9811140}"/>
          </ac:picMkLst>
        </pc:picChg>
        <pc:picChg chg="add mod">
          <ac:chgData name="Felix Ocham" userId="621798559d53d1b0" providerId="LiveId" clId="{0B1E41ED-73C6-4359-8B1E-7F5083DF6DF5}" dt="2025-05-22T13:58:35.674" v="1174" actId="1076"/>
          <ac:picMkLst>
            <pc:docMk/>
            <pc:sldMk cId="2369179798" sldId="257"/>
            <ac:picMk id="21" creationId="{BF7A5D96-3210-9F63-CDDF-361CCB8A2B68}"/>
          </ac:picMkLst>
        </pc:picChg>
        <pc:picChg chg="add del mod modCrop">
          <ac:chgData name="Felix Ocham" userId="621798559d53d1b0" providerId="LiveId" clId="{0B1E41ED-73C6-4359-8B1E-7F5083DF6DF5}" dt="2025-05-22T12:09:26.006" v="1132" actId="478"/>
          <ac:picMkLst>
            <pc:docMk/>
            <pc:sldMk cId="2369179798" sldId="257"/>
            <ac:picMk id="27" creationId="{8C02DEF1-9AFD-B1AC-A960-B225023371CF}"/>
          </ac:picMkLst>
        </pc:picChg>
        <pc:picChg chg="add mod">
          <ac:chgData name="Felix Ocham" userId="621798559d53d1b0" providerId="LiveId" clId="{0B1E41ED-73C6-4359-8B1E-7F5083DF6DF5}" dt="2025-05-22T13:58:18.256" v="1171" actId="1076"/>
          <ac:picMkLst>
            <pc:docMk/>
            <pc:sldMk cId="2369179798" sldId="257"/>
            <ac:picMk id="29" creationId="{CF80045F-5506-A84C-5CF8-B180EE4144DC}"/>
          </ac:picMkLst>
        </pc:picChg>
        <pc:picChg chg="add mod">
          <ac:chgData name="Felix Ocham" userId="621798559d53d1b0" providerId="LiveId" clId="{0B1E41ED-73C6-4359-8B1E-7F5083DF6DF5}" dt="2025-05-22T13:58:40.641" v="1175" actId="1076"/>
          <ac:picMkLst>
            <pc:docMk/>
            <pc:sldMk cId="2369179798" sldId="257"/>
            <ac:picMk id="31" creationId="{A2CAC964-BCD8-3313-B847-871F87B73C3E}"/>
          </ac:picMkLst>
        </pc:picChg>
        <pc:picChg chg="add mod">
          <ac:chgData name="Felix Ocham" userId="621798559d53d1b0" providerId="LiveId" clId="{0B1E41ED-73C6-4359-8B1E-7F5083DF6DF5}" dt="2025-05-22T13:58:30.975" v="1173" actId="1076"/>
          <ac:picMkLst>
            <pc:docMk/>
            <pc:sldMk cId="2369179798" sldId="257"/>
            <ac:picMk id="33" creationId="{9D7B3A05-E3A7-FFB9-319F-5DE253669589}"/>
          </ac:picMkLst>
        </pc:picChg>
        <pc:picChg chg="add mod">
          <ac:chgData name="Felix Ocham" userId="621798559d53d1b0" providerId="LiveId" clId="{0B1E41ED-73C6-4359-8B1E-7F5083DF6DF5}" dt="2025-05-22T13:59:12.099" v="1180" actId="207"/>
          <ac:picMkLst>
            <pc:docMk/>
            <pc:sldMk cId="2369179798" sldId="257"/>
            <ac:picMk id="34" creationId="{659C987A-44FE-4A2B-2C1B-26F89550FDD1}"/>
          </ac:picMkLst>
        </pc:picChg>
        <pc:picChg chg="add mod">
          <ac:chgData name="Felix Ocham" userId="621798559d53d1b0" providerId="LiveId" clId="{0B1E41ED-73C6-4359-8B1E-7F5083DF6DF5}" dt="2025-05-22T13:59:31.800" v="1185" actId="208"/>
          <ac:picMkLst>
            <pc:docMk/>
            <pc:sldMk cId="2369179798" sldId="257"/>
            <ac:picMk id="35" creationId="{5DB99ADC-FDC8-B762-35EE-EFD92452BE60}"/>
          </ac:picMkLst>
        </pc:picChg>
        <pc:picChg chg="add mod">
          <ac:chgData name="Felix Ocham" userId="621798559d53d1b0" providerId="LiveId" clId="{0B1E41ED-73C6-4359-8B1E-7F5083DF6DF5}" dt="2025-05-22T14:07:05.290" v="1197" actId="2085"/>
          <ac:picMkLst>
            <pc:docMk/>
            <pc:sldMk cId="2369179798" sldId="257"/>
            <ac:picMk id="36" creationId="{C2830943-5180-7050-FE03-4627FA4A4F11}"/>
          </ac:picMkLst>
        </pc:picChg>
        <pc:picChg chg="add mod">
          <ac:chgData name="Felix Ocham" userId="621798559d53d1b0" providerId="LiveId" clId="{0B1E41ED-73C6-4359-8B1E-7F5083DF6DF5}" dt="2025-05-22T13:59:58.544" v="1192"/>
          <ac:picMkLst>
            <pc:docMk/>
            <pc:sldMk cId="2369179798" sldId="257"/>
            <ac:picMk id="37" creationId="{A5CC20CC-A25B-35FD-B0A2-EA05DAB1C53B}"/>
          </ac:picMkLst>
        </pc:picChg>
        <pc:picChg chg="add mod">
          <ac:chgData name="Felix Ocham" userId="621798559d53d1b0" providerId="LiveId" clId="{0B1E41ED-73C6-4359-8B1E-7F5083DF6DF5}" dt="2025-05-22T14:29:08.019" v="1203" actId="14100"/>
          <ac:picMkLst>
            <pc:docMk/>
            <pc:sldMk cId="2369179798" sldId="257"/>
            <ac:picMk id="39" creationId="{4D3FF6EE-B1DA-72C0-4788-03209AB77978}"/>
          </ac:picMkLst>
        </pc:picChg>
        <pc:picChg chg="add mod">
          <ac:chgData name="Felix Ocham" userId="621798559d53d1b0" providerId="LiveId" clId="{0B1E41ED-73C6-4359-8B1E-7F5083DF6DF5}" dt="2025-05-22T14:29:46.945" v="1209" actId="208"/>
          <ac:picMkLst>
            <pc:docMk/>
            <pc:sldMk cId="2369179798" sldId="257"/>
            <ac:picMk id="40" creationId="{BE13BB11-51E4-4142-115A-0360E6AA147F}"/>
          </ac:picMkLst>
        </pc:picChg>
        <pc:cxnChg chg="del mod topLvl">
          <ac:chgData name="Felix Ocham" userId="621798559d53d1b0" providerId="LiveId" clId="{0B1E41ED-73C6-4359-8B1E-7F5083DF6DF5}" dt="2025-05-22T09:01:12.974" v="1067" actId="478"/>
          <ac:cxnSpMkLst>
            <pc:docMk/>
            <pc:sldMk cId="2369179798" sldId="257"/>
            <ac:cxnSpMk id="7" creationId="{EB43B8CF-9E00-B308-6004-4E6A5005F0E6}"/>
          </ac:cxnSpMkLst>
        </pc:cxnChg>
      </pc:sldChg>
      <pc:sldChg chg="addSp delSp modSp add mod">
        <pc:chgData name="Felix Ocham" userId="621798559d53d1b0" providerId="LiveId" clId="{0B1E41ED-73C6-4359-8B1E-7F5083DF6DF5}" dt="2025-05-21T12:07:42.917" v="766" actId="14100"/>
        <pc:sldMkLst>
          <pc:docMk/>
          <pc:sldMk cId="3113874495" sldId="258"/>
        </pc:sldMkLst>
        <pc:spChg chg="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4" creationId="{D537EECE-071A-B0EC-7C29-6513030A5180}"/>
          </ac:spMkLst>
        </pc:spChg>
        <pc:spChg chg="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5" creationId="{D0D7C6F1-7416-D3F1-9BC4-3E990BCF2F51}"/>
          </ac:spMkLst>
        </pc:spChg>
        <pc:spChg chg="add 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9" creationId="{1C06BE6B-D807-26F5-B972-FE821A675A55}"/>
          </ac:spMkLst>
        </pc:spChg>
        <pc:spChg chg="add 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12" creationId="{961030DF-5CC6-D792-DB10-11DD58F02EC3}"/>
          </ac:spMkLst>
        </pc:spChg>
        <pc:spChg chg="add 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15" creationId="{B6AF8D8E-AD7B-90B7-3EA4-C9897E2BD0A5}"/>
          </ac:spMkLst>
        </pc:spChg>
        <pc:spChg chg="add 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19" creationId="{E8E33889-ECAE-3B1A-1230-C96F083E58D0}"/>
          </ac:spMkLst>
        </pc:spChg>
        <pc:spChg chg="add mod topLvl">
          <ac:chgData name="Felix Ocham" userId="621798559d53d1b0" providerId="LiveId" clId="{0B1E41ED-73C6-4359-8B1E-7F5083DF6DF5}" dt="2025-05-21T11:24:23.535" v="702" actId="164"/>
          <ac:spMkLst>
            <pc:docMk/>
            <pc:sldMk cId="3113874495" sldId="258"/>
            <ac:spMk id="20" creationId="{D552098B-5200-C5AB-101C-A84072D63627}"/>
          </ac:spMkLst>
        </pc:spChg>
        <pc:grpChg chg="add mod">
          <ac:chgData name="Felix Ocham" userId="621798559d53d1b0" providerId="LiveId" clId="{0B1E41ED-73C6-4359-8B1E-7F5083DF6DF5}" dt="2025-05-21T11:24:23.535" v="702" actId="164"/>
          <ac:grpSpMkLst>
            <pc:docMk/>
            <pc:sldMk cId="3113874495" sldId="258"/>
            <ac:grpSpMk id="24" creationId="{4BD167A2-A5F5-261F-F3B2-D9502A91B9BB}"/>
          </ac:grpSpMkLst>
        </pc:grpChg>
        <pc:cxnChg chg="mod topLvl">
          <ac:chgData name="Felix Ocham" userId="621798559d53d1b0" providerId="LiveId" clId="{0B1E41ED-73C6-4359-8B1E-7F5083DF6DF5}" dt="2025-05-21T11:24:23.535" v="702" actId="164"/>
          <ac:cxnSpMkLst>
            <pc:docMk/>
            <pc:sldMk cId="3113874495" sldId="258"/>
            <ac:cxnSpMk id="7" creationId="{00B88542-8275-597D-7E10-982FB5F32B6F}"/>
          </ac:cxnSpMkLst>
        </pc:cxnChg>
        <pc:cxnChg chg="add mod">
          <ac:chgData name="Felix Ocham" userId="621798559d53d1b0" providerId="LiveId" clId="{0B1E41ED-73C6-4359-8B1E-7F5083DF6DF5}" dt="2025-05-21T11:22:17.294" v="682" actId="1038"/>
          <ac:cxnSpMkLst>
            <pc:docMk/>
            <pc:sldMk cId="3113874495" sldId="258"/>
            <ac:cxnSpMk id="8" creationId="{30405F36-76A6-09C5-A0B0-16CE03DCD57F}"/>
          </ac:cxnSpMkLst>
        </pc:cxnChg>
        <pc:cxnChg chg="add mod">
          <ac:chgData name="Felix Ocham" userId="621798559d53d1b0" providerId="LiveId" clId="{0B1E41ED-73C6-4359-8B1E-7F5083DF6DF5}" dt="2025-05-21T11:21:21.338" v="672" actId="1038"/>
          <ac:cxnSpMkLst>
            <pc:docMk/>
            <pc:sldMk cId="3113874495" sldId="258"/>
            <ac:cxnSpMk id="10" creationId="{E77C6BA0-18E8-1E24-8CE5-7A4740B31185}"/>
          </ac:cxnSpMkLst>
        </pc:cxnChg>
        <pc:cxnChg chg="add mod">
          <ac:chgData name="Felix Ocham" userId="621798559d53d1b0" providerId="LiveId" clId="{0B1E41ED-73C6-4359-8B1E-7F5083DF6DF5}" dt="2025-05-21T12:07:42.917" v="766" actId="14100"/>
          <ac:cxnSpMkLst>
            <pc:docMk/>
            <pc:sldMk cId="3113874495" sldId="258"/>
            <ac:cxnSpMk id="11" creationId="{D6158FCC-0E7F-0F6E-2361-7683FD2CB681}"/>
          </ac:cxnSpMkLst>
        </pc:cxnChg>
        <pc:cxnChg chg="add mod">
          <ac:chgData name="Felix Ocham" userId="621798559d53d1b0" providerId="LiveId" clId="{0B1E41ED-73C6-4359-8B1E-7F5083DF6DF5}" dt="2025-05-21T11:21:38.842" v="678" actId="1037"/>
          <ac:cxnSpMkLst>
            <pc:docMk/>
            <pc:sldMk cId="3113874495" sldId="258"/>
            <ac:cxnSpMk id="13" creationId="{DBEC231B-841E-36A1-EFDF-03AC8D3B13FF}"/>
          </ac:cxnSpMkLst>
        </pc:cxnChg>
      </pc:sldChg>
      <pc:sldChg chg="addSp delSp modSp add mod">
        <pc:chgData name="Felix Ocham" userId="621798559d53d1b0" providerId="LiveId" clId="{0B1E41ED-73C6-4359-8B1E-7F5083DF6DF5}" dt="2025-05-20T20:09:41.998" v="573" actId="164"/>
        <pc:sldMkLst>
          <pc:docMk/>
          <pc:sldMk cId="1534121011" sldId="259"/>
        </pc:sldMkLst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4" creationId="{C7060DA9-A3C3-B2A1-2652-FF6E854DCAA0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5" creationId="{6A7F361D-3D63-B6DC-88B4-636305ED6AC3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9" creationId="{0C881A31-6689-D997-4F99-415308A19927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12" creationId="{4ABACFDC-7535-39D2-3EA2-E2F59F961E2B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15" creationId="{F3876C1B-5A13-9A84-BF78-E0C7A464F432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19" creationId="{3CF94A77-75CC-4292-A6DE-A633F13AFBC4}"/>
          </ac:spMkLst>
        </pc:spChg>
        <pc:spChg chg="mod">
          <ac:chgData name="Felix Ocham" userId="621798559d53d1b0" providerId="LiveId" clId="{0B1E41ED-73C6-4359-8B1E-7F5083DF6DF5}" dt="2025-05-20T20:09:27.047" v="572" actId="165"/>
          <ac:spMkLst>
            <pc:docMk/>
            <pc:sldMk cId="1534121011" sldId="259"/>
            <ac:spMk id="20" creationId="{8CC1C960-D82D-D220-7914-76792F40E51D}"/>
          </ac:spMkLst>
        </pc:spChg>
        <pc:grpChg chg="mod">
          <ac:chgData name="Felix Ocham" userId="621798559d53d1b0" providerId="LiveId" clId="{0B1E41ED-73C6-4359-8B1E-7F5083DF6DF5}" dt="2025-05-20T20:09:27.047" v="572" actId="165"/>
          <ac:grpSpMkLst>
            <pc:docMk/>
            <pc:sldMk cId="1534121011" sldId="259"/>
            <ac:grpSpMk id="2" creationId="{AB90C13A-EC7E-D3EA-0EA4-183AECA64D34}"/>
          </ac:grpSpMkLst>
        </pc:grpChg>
        <pc:grpChg chg="mod topLvl">
          <ac:chgData name="Felix Ocham" userId="621798559d53d1b0" providerId="LiveId" clId="{0B1E41ED-73C6-4359-8B1E-7F5083DF6DF5}" dt="2025-05-20T20:09:41.998" v="573" actId="164"/>
          <ac:grpSpMkLst>
            <pc:docMk/>
            <pc:sldMk cId="1534121011" sldId="259"/>
            <ac:grpSpMk id="22" creationId="{35B8C0ED-7BAE-3CE9-C05A-7BB15D70780D}"/>
          </ac:grpSpMkLst>
        </pc:grpChg>
        <pc:grpChg chg="add mod">
          <ac:chgData name="Felix Ocham" userId="621798559d53d1b0" providerId="LiveId" clId="{0B1E41ED-73C6-4359-8B1E-7F5083DF6DF5}" dt="2025-05-20T20:09:41.998" v="573" actId="164"/>
          <ac:grpSpMkLst>
            <pc:docMk/>
            <pc:sldMk cId="1534121011" sldId="259"/>
            <ac:grpSpMk id="43" creationId="{4EE45E67-F2EC-08BA-2BBA-8C8CD15163F7}"/>
          </ac:grpSpMkLst>
        </pc:grp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8" creationId="{6E14CBC5-B1A4-736F-F2F0-7B29601EA567}"/>
          </ac:cxnSpMkLst>
        </pc:cxn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11" creationId="{41AA3AAB-55C8-1C64-3537-33CFC2082F81}"/>
          </ac:cxnSpMkLst>
        </pc:cxn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13" creationId="{43AFCBE6-ED08-4FBD-509F-C8D893DD193D}"/>
          </ac:cxnSpMkLst>
        </pc:cxn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14" creationId="{B4C2D6D1-643D-3BBD-4440-36F77CCF3B11}"/>
          </ac:cxnSpMkLst>
        </pc:cxn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16" creationId="{D5A92CD1-0D48-39CC-ACB0-958409A64EDA}"/>
          </ac:cxnSpMkLst>
        </pc:cxnChg>
        <pc:cxnChg chg="add mod">
          <ac:chgData name="Felix Ocham" userId="621798559d53d1b0" providerId="LiveId" clId="{0B1E41ED-73C6-4359-8B1E-7F5083DF6DF5}" dt="2025-05-20T20:09:41.998" v="573" actId="164"/>
          <ac:cxnSpMkLst>
            <pc:docMk/>
            <pc:sldMk cId="1534121011" sldId="259"/>
            <ac:cxnSpMk id="30" creationId="{B51B046C-5454-D981-94E6-5FA99F09AE95}"/>
          </ac:cxnSpMkLst>
        </pc:cxnChg>
      </pc:sldChg>
      <pc:sldChg chg="addSp delSp modSp add mod">
        <pc:chgData name="Felix Ocham" userId="621798559d53d1b0" providerId="LiveId" clId="{0B1E41ED-73C6-4359-8B1E-7F5083DF6DF5}" dt="2025-05-20T22:54:52.093" v="638" actId="164"/>
        <pc:sldMkLst>
          <pc:docMk/>
          <pc:sldMk cId="2995487225" sldId="260"/>
        </pc:sldMkLst>
        <pc:spChg chg="mod">
          <ac:chgData name="Felix Ocham" userId="621798559d53d1b0" providerId="LiveId" clId="{0B1E41ED-73C6-4359-8B1E-7F5083DF6DF5}" dt="2025-05-20T22:54:37.203" v="637" actId="165"/>
          <ac:spMkLst>
            <pc:docMk/>
            <pc:sldMk cId="2995487225" sldId="260"/>
            <ac:spMk id="4" creationId="{42AEE6C2-7989-E0E0-9295-8562D4D94675}"/>
          </ac:spMkLst>
        </pc:spChg>
        <pc:spChg chg="mod">
          <ac:chgData name="Felix Ocham" userId="621798559d53d1b0" providerId="LiveId" clId="{0B1E41ED-73C6-4359-8B1E-7F5083DF6DF5}" dt="2025-05-20T22:54:37.203" v="637" actId="165"/>
          <ac:spMkLst>
            <pc:docMk/>
            <pc:sldMk cId="2995487225" sldId="260"/>
            <ac:spMk id="5" creationId="{B9DB5167-2E9C-C410-AC4D-0992495E20A0}"/>
          </ac:spMkLst>
        </pc:spChg>
        <pc:spChg chg="mod topLvl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9" creationId="{5DF41710-66DA-0817-9214-40AB16059EE6}"/>
          </ac:spMkLst>
        </pc:spChg>
        <pc:spChg chg="mod topLvl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12" creationId="{855D3927-8B64-77B4-835D-DCA0157FEF31}"/>
          </ac:spMkLst>
        </pc:spChg>
        <pc:spChg chg="mod topLvl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15" creationId="{73864DD1-6B7D-7A10-C5B3-84C9C3BACBAF}"/>
          </ac:spMkLst>
        </pc:spChg>
        <pc:spChg chg="mod topLvl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19" creationId="{6C6D0571-C8A4-345C-3B7B-02D8F35F7516}"/>
          </ac:spMkLst>
        </pc:spChg>
        <pc:spChg chg="mod topLvl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20" creationId="{F541868B-82A4-24D3-938E-14BDA15696E3}"/>
          </ac:spMkLst>
        </pc:spChg>
        <pc:spChg chg="add mod">
          <ac:chgData name="Felix Ocham" userId="621798559d53d1b0" providerId="LiveId" clId="{0B1E41ED-73C6-4359-8B1E-7F5083DF6DF5}" dt="2025-05-20T22:54:52.093" v="638" actId="164"/>
          <ac:spMkLst>
            <pc:docMk/>
            <pc:sldMk cId="2995487225" sldId="260"/>
            <ac:spMk id="25" creationId="{8F148A54-D4B2-D1B1-969E-7334C23E218D}"/>
          </ac:spMkLst>
        </pc:spChg>
        <pc:grpChg chg="mod topLvl">
          <ac:chgData name="Felix Ocham" userId="621798559d53d1b0" providerId="LiveId" clId="{0B1E41ED-73C6-4359-8B1E-7F5083DF6DF5}" dt="2025-05-20T22:54:52.093" v="638" actId="164"/>
          <ac:grpSpMkLst>
            <pc:docMk/>
            <pc:sldMk cId="2995487225" sldId="260"/>
            <ac:grpSpMk id="2" creationId="{81ED5A1E-A10F-9BFD-6AFF-861D5F33AC2A}"/>
          </ac:grpSpMkLst>
        </pc:grpChg>
        <pc:grpChg chg="add mod">
          <ac:chgData name="Felix Ocham" userId="621798559d53d1b0" providerId="LiveId" clId="{0B1E41ED-73C6-4359-8B1E-7F5083DF6DF5}" dt="2025-05-20T22:54:52.093" v="638" actId="164"/>
          <ac:grpSpMkLst>
            <pc:docMk/>
            <pc:sldMk cId="2995487225" sldId="260"/>
            <ac:grpSpMk id="37" creationId="{E688786B-EF90-1D34-F6E2-1F1C930FE36F}"/>
          </ac:grpSpMkLst>
        </pc:grpChg>
        <pc:cxnChg chg="mod">
          <ac:chgData name="Felix Ocham" userId="621798559d53d1b0" providerId="LiveId" clId="{0B1E41ED-73C6-4359-8B1E-7F5083DF6DF5}" dt="2025-05-20T22:54:37.203" v="637" actId="165"/>
          <ac:cxnSpMkLst>
            <pc:docMk/>
            <pc:sldMk cId="2995487225" sldId="260"/>
            <ac:cxnSpMk id="7" creationId="{C5CDC11C-C1F0-D958-6118-257F5F2DD131}"/>
          </ac:cxnSpMkLst>
        </pc:cxnChg>
        <pc:cxnChg chg="mod">
          <ac:chgData name="Felix Ocham" userId="621798559d53d1b0" providerId="LiveId" clId="{0B1E41ED-73C6-4359-8B1E-7F5083DF6DF5}" dt="2025-05-20T22:53:47.673" v="635" actId="14100"/>
          <ac:cxnSpMkLst>
            <pc:docMk/>
            <pc:sldMk cId="2995487225" sldId="260"/>
            <ac:cxnSpMk id="8" creationId="{473B0B49-5838-DF3D-CB97-F82436EE8587}"/>
          </ac:cxnSpMkLst>
        </pc:cxnChg>
        <pc:cxnChg chg="mod">
          <ac:chgData name="Felix Ocham" userId="621798559d53d1b0" providerId="LiveId" clId="{0B1E41ED-73C6-4359-8B1E-7F5083DF6DF5}" dt="2025-05-20T22:52:36.227" v="626" actId="14100"/>
          <ac:cxnSpMkLst>
            <pc:docMk/>
            <pc:sldMk cId="2995487225" sldId="260"/>
            <ac:cxnSpMk id="11" creationId="{E290B663-9F3C-A94B-C71A-68379AB9D385}"/>
          </ac:cxnSpMkLst>
        </pc:cxnChg>
        <pc:cxnChg chg="mod">
          <ac:chgData name="Felix Ocham" userId="621798559d53d1b0" providerId="LiveId" clId="{0B1E41ED-73C6-4359-8B1E-7F5083DF6DF5}" dt="2025-05-20T22:54:52.093" v="638" actId="164"/>
          <ac:cxnSpMkLst>
            <pc:docMk/>
            <pc:sldMk cId="2995487225" sldId="260"/>
            <ac:cxnSpMk id="13" creationId="{2580E27C-20BE-23E8-7057-44A666C34528}"/>
          </ac:cxnSpMkLst>
        </pc:cxnChg>
        <pc:cxnChg chg="mod">
          <ac:chgData name="Felix Ocham" userId="621798559d53d1b0" providerId="LiveId" clId="{0B1E41ED-73C6-4359-8B1E-7F5083DF6DF5}" dt="2025-05-20T22:45:48.294" v="583" actId="14100"/>
          <ac:cxnSpMkLst>
            <pc:docMk/>
            <pc:sldMk cId="2995487225" sldId="260"/>
            <ac:cxnSpMk id="14" creationId="{709CF828-CAFB-3D93-B065-871FD2E04BF0}"/>
          </ac:cxnSpMkLst>
        </pc:cxnChg>
        <pc:cxnChg chg="mod">
          <ac:chgData name="Felix Ocham" userId="621798559d53d1b0" providerId="LiveId" clId="{0B1E41ED-73C6-4359-8B1E-7F5083DF6DF5}" dt="2025-05-20T22:54:52.093" v="638" actId="164"/>
          <ac:cxnSpMkLst>
            <pc:docMk/>
            <pc:sldMk cId="2995487225" sldId="260"/>
            <ac:cxnSpMk id="16" creationId="{388E05DE-04D3-4C8E-95F3-92E3F7C9DFE6}"/>
          </ac:cxnSpMkLst>
        </pc:cxnChg>
        <pc:cxnChg chg="add mod">
          <ac:chgData name="Felix Ocham" userId="621798559d53d1b0" providerId="LiveId" clId="{0B1E41ED-73C6-4359-8B1E-7F5083DF6DF5}" dt="2025-05-20T22:52:57.403" v="630" actId="14100"/>
          <ac:cxnSpMkLst>
            <pc:docMk/>
            <pc:sldMk cId="2995487225" sldId="260"/>
            <ac:cxnSpMk id="29" creationId="{B14E038C-BB06-EE1D-2CC5-7CAC3922818E}"/>
          </ac:cxnSpMkLst>
        </pc:cxnChg>
      </pc:sldChg>
      <pc:sldChg chg="addSp delSp modSp add mod">
        <pc:chgData name="Felix Ocham" userId="621798559d53d1b0" providerId="LiveId" clId="{0B1E41ED-73C6-4359-8B1E-7F5083DF6DF5}" dt="2025-05-23T07:53:02.616" v="1217" actId="164"/>
        <pc:sldMkLst>
          <pc:docMk/>
          <pc:sldMk cId="590851516" sldId="261"/>
        </pc:sldMkLst>
        <pc:spChg chg="mod">
          <ac:chgData name="Felix Ocham" userId="621798559d53d1b0" providerId="LiveId" clId="{0B1E41ED-73C6-4359-8B1E-7F5083DF6DF5}" dt="2025-05-23T07:52:47.875" v="1216" actId="165"/>
          <ac:spMkLst>
            <pc:docMk/>
            <pc:sldMk cId="590851516" sldId="261"/>
            <ac:spMk id="4" creationId="{186B6052-E2F1-C717-A4AD-F1D611B0563F}"/>
          </ac:spMkLst>
        </pc:spChg>
        <pc:spChg chg="mod">
          <ac:chgData name="Felix Ocham" userId="621798559d53d1b0" providerId="LiveId" clId="{0B1E41ED-73C6-4359-8B1E-7F5083DF6DF5}" dt="2025-05-23T07:52:47.875" v="1216" actId="165"/>
          <ac:spMkLst>
            <pc:docMk/>
            <pc:sldMk cId="590851516" sldId="261"/>
            <ac:spMk id="5" creationId="{73C4A2FA-3637-BB1B-9B1C-5B9792E3AE3A}"/>
          </ac:spMkLst>
        </pc:spChg>
        <pc:spChg chg="del mod topLvl">
          <ac:chgData name="Felix Ocham" userId="621798559d53d1b0" providerId="LiveId" clId="{0B1E41ED-73C6-4359-8B1E-7F5083DF6DF5}" dt="2025-05-22T13:44:32.265" v="1143" actId="478"/>
          <ac:spMkLst>
            <pc:docMk/>
            <pc:sldMk cId="590851516" sldId="261"/>
            <ac:spMk id="9" creationId="{93521D4F-F131-3E46-CF54-165FE5AB15F7}"/>
          </ac:spMkLst>
        </pc:spChg>
        <pc:spChg chg="add mod topLvl">
          <ac:chgData name="Felix Ocham" userId="621798559d53d1b0" providerId="LiveId" clId="{0B1E41ED-73C6-4359-8B1E-7F5083DF6DF5}" dt="2025-05-23T07:53:02.616" v="1217" actId="164"/>
          <ac:spMkLst>
            <pc:docMk/>
            <pc:sldMk cId="590851516" sldId="261"/>
            <ac:spMk id="11" creationId="{3BD1AF07-A4AE-D21E-8C58-EE436152F422}"/>
          </ac:spMkLst>
        </pc:spChg>
        <pc:spChg chg="mod topLvl">
          <ac:chgData name="Felix Ocham" userId="621798559d53d1b0" providerId="LiveId" clId="{0B1E41ED-73C6-4359-8B1E-7F5083DF6DF5}" dt="2025-05-23T07:53:02.616" v="1217" actId="164"/>
          <ac:spMkLst>
            <pc:docMk/>
            <pc:sldMk cId="590851516" sldId="261"/>
            <ac:spMk id="12" creationId="{BD2ABF08-F9E0-E4D3-4FAE-77CBCFA47201}"/>
          </ac:spMkLst>
        </pc:spChg>
        <pc:spChg chg="del mod topLvl">
          <ac:chgData name="Felix Ocham" userId="621798559d53d1b0" providerId="LiveId" clId="{0B1E41ED-73C6-4359-8B1E-7F5083DF6DF5}" dt="2025-05-22T13:44:27.991" v="1142" actId="478"/>
          <ac:spMkLst>
            <pc:docMk/>
            <pc:sldMk cId="590851516" sldId="261"/>
            <ac:spMk id="19" creationId="{C82CC693-2CA6-0C16-3BDD-E114725A8739}"/>
          </ac:spMkLst>
        </pc:spChg>
        <pc:spChg chg="mod topLvl">
          <ac:chgData name="Felix Ocham" userId="621798559d53d1b0" providerId="LiveId" clId="{0B1E41ED-73C6-4359-8B1E-7F5083DF6DF5}" dt="2025-05-23T07:53:02.616" v="1217" actId="164"/>
          <ac:spMkLst>
            <pc:docMk/>
            <pc:sldMk cId="590851516" sldId="261"/>
            <ac:spMk id="20" creationId="{0F57E5BD-1C81-0728-01E4-16BA046ED666}"/>
          </ac:spMkLst>
        </pc:spChg>
        <pc:grpChg chg="mod topLvl">
          <ac:chgData name="Felix Ocham" userId="621798559d53d1b0" providerId="LiveId" clId="{0B1E41ED-73C6-4359-8B1E-7F5083DF6DF5}" dt="2025-05-23T07:53:02.616" v="1217" actId="164"/>
          <ac:grpSpMkLst>
            <pc:docMk/>
            <pc:sldMk cId="590851516" sldId="261"/>
            <ac:grpSpMk id="2" creationId="{FD582A14-3C9C-CF07-69D9-AB4E15334DB8}"/>
          </ac:grpSpMkLst>
        </pc:grpChg>
        <pc:grpChg chg="add mod">
          <ac:chgData name="Felix Ocham" userId="621798559d53d1b0" providerId="LiveId" clId="{0B1E41ED-73C6-4359-8B1E-7F5083DF6DF5}" dt="2025-05-23T07:53:02.616" v="1217" actId="164"/>
          <ac:grpSpMkLst>
            <pc:docMk/>
            <pc:sldMk cId="590851516" sldId="261"/>
            <ac:grpSpMk id="3" creationId="{357F67B8-89C3-6F4D-7AFA-0E2D35CE9EA8}"/>
          </ac:grpSpMkLst>
        </pc:grpChg>
        <pc:grpChg chg="add del mod">
          <ac:chgData name="Felix Ocham" userId="621798559d53d1b0" providerId="LiveId" clId="{0B1E41ED-73C6-4359-8B1E-7F5083DF6DF5}" dt="2025-05-22T13:47:40.441" v="1167" actId="165"/>
          <ac:grpSpMkLst>
            <pc:docMk/>
            <pc:sldMk cId="590851516" sldId="261"/>
            <ac:grpSpMk id="10" creationId="{8C7EE34B-6586-292E-0207-67AF4EC3A1D2}"/>
          </ac:grpSpMkLst>
        </pc:grpChg>
        <pc:grpChg chg="add del mod">
          <ac:chgData name="Felix Ocham" userId="621798559d53d1b0" providerId="LiveId" clId="{0B1E41ED-73C6-4359-8B1E-7F5083DF6DF5}" dt="2025-05-23T07:52:47.875" v="1216" actId="165"/>
          <ac:grpSpMkLst>
            <pc:docMk/>
            <pc:sldMk cId="590851516" sldId="261"/>
            <ac:grpSpMk id="14" creationId="{5DD49D58-C2D2-840B-4F3F-F412E7D1BAB3}"/>
          </ac:grpSpMkLst>
        </pc:grpChg>
        <pc:grpChg chg="add del mod">
          <ac:chgData name="Felix Ocham" userId="621798559d53d1b0" providerId="LiveId" clId="{0B1E41ED-73C6-4359-8B1E-7F5083DF6DF5}" dt="2025-05-22T08:30:46.967" v="1058" actId="165"/>
          <ac:grpSpMkLst>
            <pc:docMk/>
            <pc:sldMk cId="590851516" sldId="261"/>
            <ac:grpSpMk id="21" creationId="{ECA37720-42EB-6483-F339-94942AF282E8}"/>
          </ac:grpSpMkLst>
        </pc:grpChg>
        <pc:picChg chg="add del mod modCrop">
          <ac:chgData name="Felix Ocham" userId="621798559d53d1b0" providerId="LiveId" clId="{0B1E41ED-73C6-4359-8B1E-7F5083DF6DF5}" dt="2025-05-22T08:29:01.611" v="1030" actId="478"/>
          <ac:picMkLst>
            <pc:docMk/>
            <pc:sldMk cId="590851516" sldId="261"/>
            <ac:picMk id="6" creationId="{4627B9EC-0CC0-5838-1B53-A14EE360F58B}"/>
          </ac:picMkLst>
        </pc:picChg>
        <pc:cxnChg chg="mod">
          <ac:chgData name="Felix Ocham" userId="621798559d53d1b0" providerId="LiveId" clId="{0B1E41ED-73C6-4359-8B1E-7F5083DF6DF5}" dt="2025-05-23T07:52:47.875" v="1216" actId="165"/>
          <ac:cxnSpMkLst>
            <pc:docMk/>
            <pc:sldMk cId="590851516" sldId="261"/>
            <ac:cxnSpMk id="7" creationId="{2487550B-8801-5AEC-DEAD-564786B022E2}"/>
          </ac:cxnSpMkLst>
        </pc:cxnChg>
        <pc:cxnChg chg="del mod topLvl">
          <ac:chgData name="Felix Ocham" userId="621798559d53d1b0" providerId="LiveId" clId="{0B1E41ED-73C6-4359-8B1E-7F5083DF6DF5}" dt="2025-05-22T13:44:39.023" v="1144" actId="478"/>
          <ac:cxnSpMkLst>
            <pc:docMk/>
            <pc:sldMk cId="590851516" sldId="261"/>
            <ac:cxnSpMk id="8" creationId="{AF84C6F7-B29A-A607-3B5E-CF0073FAAF11}"/>
          </ac:cxnSpMkLst>
        </pc:cxnChg>
        <pc:cxnChg chg="del mod topLvl">
          <ac:chgData name="Felix Ocham" userId="621798559d53d1b0" providerId="LiveId" clId="{0B1E41ED-73C6-4359-8B1E-7F5083DF6DF5}" dt="2025-05-22T13:44:25.226" v="1141" actId="478"/>
          <ac:cxnSpMkLst>
            <pc:docMk/>
            <pc:sldMk cId="590851516" sldId="261"/>
            <ac:cxnSpMk id="13" creationId="{FCA04EFB-ADC8-AC37-AF1B-D648300E251A}"/>
          </ac:cxnSpMkLst>
        </pc:cxnChg>
        <pc:cxnChg chg="del mod topLvl">
          <ac:chgData name="Felix Ocham" userId="621798559d53d1b0" providerId="LiveId" clId="{0B1E41ED-73C6-4359-8B1E-7F5083DF6DF5}" dt="2025-05-22T13:44:48.640" v="1145" actId="478"/>
          <ac:cxnSpMkLst>
            <pc:docMk/>
            <pc:sldMk cId="590851516" sldId="261"/>
            <ac:cxnSpMk id="16" creationId="{39BBDA86-FC55-019A-E01A-0A01312F1512}"/>
          </ac:cxnSpMkLst>
        </pc:cxnChg>
      </pc:sldChg>
      <pc:sldChg chg="addSp delSp add mod">
        <pc:chgData name="Felix Ocham" userId="621798559d53d1b0" providerId="LiveId" clId="{0B1E41ED-73C6-4359-8B1E-7F5083DF6DF5}" dt="2025-05-22T13:44:21.171" v="1140" actId="478"/>
        <pc:sldMkLst>
          <pc:docMk/>
          <pc:sldMk cId="3422084751" sldId="262"/>
        </pc:sldMkLst>
        <pc:spChg chg="del">
          <ac:chgData name="Felix Ocham" userId="621798559d53d1b0" providerId="LiveId" clId="{0B1E41ED-73C6-4359-8B1E-7F5083DF6DF5}" dt="2025-05-22T13:44:11.605" v="1137" actId="478"/>
          <ac:spMkLst>
            <pc:docMk/>
            <pc:sldMk cId="3422084751" sldId="262"/>
            <ac:spMk id="20" creationId="{52908402-6A84-3A77-EF95-D425DDE7D023}"/>
          </ac:spMkLst>
        </pc:spChg>
        <pc:grpChg chg="add del">
          <ac:chgData name="Felix Ocham" userId="621798559d53d1b0" providerId="LiveId" clId="{0B1E41ED-73C6-4359-8B1E-7F5083DF6DF5}" dt="2025-05-22T13:44:15.870" v="1139" actId="478"/>
          <ac:grpSpMkLst>
            <pc:docMk/>
            <pc:sldMk cId="3422084751" sldId="262"/>
            <ac:grpSpMk id="10" creationId="{05CBD131-EB48-60AA-0BD7-CDB7321FA433}"/>
          </ac:grpSpMkLst>
        </pc:grpChg>
        <pc:cxnChg chg="del">
          <ac:chgData name="Felix Ocham" userId="621798559d53d1b0" providerId="LiveId" clId="{0B1E41ED-73C6-4359-8B1E-7F5083DF6DF5}" dt="2025-05-22T13:44:21.171" v="1140" actId="478"/>
          <ac:cxnSpMkLst>
            <pc:docMk/>
            <pc:sldMk cId="3422084751" sldId="262"/>
            <ac:cxnSpMk id="16" creationId="{D14F894C-BA95-20D2-7EB4-35CA67B91DF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61D44-9393-4F26-8BC2-C018D5869BD5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B3031-A292-4508-A195-468FDFFDB48B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2750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1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8071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1C41-5312-18FA-779C-729D80A3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AA3D5-CD58-22CF-931F-99FEF81E9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B9327-41E8-1DE6-92B8-4E5B0CF86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DC8B2-4C80-778A-15EF-EE33185FB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2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83513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494DC-2F5E-2204-E4D4-6E16F1C6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08E00-BCF2-7452-FABE-A5862939E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24BFA-513B-85DB-4AEA-8195C5865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E1661-9006-910C-443E-9C78AB766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3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49114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321B-C834-3910-B696-519F30A34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272A8-41BB-4E14-F59D-F2965CEE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F3944-30E6-C3ED-7024-51E9F06F6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0A22-4AAE-F8F3-377C-0DE77B2B2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4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0215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AA65F-CD22-3996-2B28-244F8750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D5918-57E4-8A92-EFBA-33BFA97A9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47F3F-0A27-23FF-3E58-8B4F624D3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E2553-DC18-CEF9-209E-AC89D3B08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07091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F42E-B537-55CB-1583-4F1EA97E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CCE8D-D85C-7C44-8CF5-AEBEC0AB2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DFF8E-5974-D162-0BE4-8866AC4D3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D9C31-1083-DDFC-4A6B-08F7DD6F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6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56529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44CD-64F9-47A3-1BB8-4B0D3C769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47791-F908-0D12-216D-C7D10F852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2489F-6AE6-5202-742C-764168026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897A0-242E-0E5D-D230-ECC8D6D84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B3031-A292-4508-A195-468FDFFDB48B}" type="slidenum">
              <a:rPr lang="en-KE" smtClean="0"/>
              <a:t>7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5037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C8E5-F83E-9DE4-D5FE-F49E56E83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BE9D7-9D33-FF2C-3B9E-96C3453EF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713EA-6610-A945-D523-1554BB87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B59FF-E8C4-5DB1-FCCB-0636AA60F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3F3AF-B022-E9C2-930D-3D7DEFBD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6874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16F2-DA9B-4A2E-73A8-47CC2B1F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1D0B1-7744-7ED9-AAEC-C5B287A48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B6824-72DA-7254-C73B-069D533F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DE55-363C-0D66-AE72-337D76BEA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B8D3-AA70-B655-EE09-D9F81C10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1687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AF17-682D-9032-C120-567772A2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66316-AA5F-DA30-9413-A5C2C73CE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70C64-E7F0-547C-AFD6-697385333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D8208-F85D-E63B-3E45-380274FC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B54B3-0D92-89BB-D0A0-06B67762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82994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EFC4-40BF-9EDD-3EC5-F03A9EA4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D0333-5488-A6E4-6232-54C096623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43823-145E-8E87-72B2-DB5B387CD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647BF-CD28-02D2-BC46-312418341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A636-4DE5-B4A3-57A4-7C5A2E56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95309-D24A-65A3-D282-B60EBCDA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58765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7FEF-CAD1-97EF-7D87-E70C24C4C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FD1C5-7EC7-52AF-59A0-3496150EC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5AD-F796-870C-3D29-9BE799297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E66CF-7A4C-A270-5F0E-3EA95C6E0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51121-B8C6-9FE0-7D1F-1AA786832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738B7-8F7D-1562-DC75-E08A94075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9391C-B1A8-9E81-BD6E-2951DFB0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4B33D-FF97-77CD-032A-4E467A83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1850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14DC0-3817-C197-E8EF-66594891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573AD-A992-1F26-5D4E-0FECB040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1ECBE3-0FCA-9726-B140-B427157B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8DB80-496D-BBEB-6187-1D2F5653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7857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4C126-6DFD-3A79-917F-4BC05281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F0E9A-8135-29DE-1090-6AF9DB54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44786-DF14-58BF-134E-DBDD534B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1376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B641-D6FA-804A-C245-3CA05942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31C56-4D37-ADB5-0630-679D1E70F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919C2-6252-6F82-10B5-51B92CA71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835F4-647A-2153-C5D5-1482B32A2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4D5BF-1371-FBF6-AFB8-F5FE8C914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C6FAF-EECE-724F-3C00-F8AD844F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4899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50F7-8345-8F17-0B36-14DB58BE4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77EA8-4FD1-1706-2754-FA5F2C834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78D5F-E3E9-CE74-F4C9-84FB824BB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72299-E672-CFF5-D726-7F16F248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CBDAA-0AC6-1186-6BC6-F09225ED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71980-09CF-D502-F16F-B2FD080A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0353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F485-8ADD-A36D-630B-710FF38F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46B5A-259D-5783-5E15-D0CA5541D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C0D8-D6C7-F38C-DC16-CD8ACE88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53D8-E292-9BDC-8DC2-921CF950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5CACD-C90A-DAEC-4404-79AB986C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018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BB5EC-0D0E-417B-C84A-02C2074E4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42709-14A9-D990-D780-8709CA614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C98C9-DDCA-EAD5-BB9F-0D467C1A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4012B-AB22-E90F-259B-08EDFA44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39295-3DD5-26CD-ABE9-3DBC2494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8735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57817-176E-1424-1EB7-6C2DB4CB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E781C-11D6-FC47-EAC4-EB3295FB4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36CBF-7A15-244B-ED75-8C892DB4F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87E22-BF96-432D-9B5D-E1ADF56D3427}" type="datetimeFigureOut">
              <a:rPr lang="en-KE" smtClean="0"/>
              <a:t>23/05/2025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7633D-31F6-61F7-CA7F-2D392DF23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42817-8C8A-8E55-80B0-ECBA25319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E1871-AA39-4317-9AEB-8CE4602587B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4792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FFDA4AA-85A4-C2C8-A7C9-32D09AEF6D8E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84B9FE4-D338-9D42-B304-4FAB12B0E48A}"/>
                </a:ext>
              </a:extLst>
            </p:cNvPr>
            <p:cNvGrpSpPr/>
            <p:nvPr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F10FB0B-9BB5-D395-9309-AF2622594EBA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F2456DAE-7F62-5C34-E1A0-771913C0B832}"/>
                  </a:ext>
                </a:extLst>
              </p:cNvPr>
              <p:cNvSpPr/>
              <p:nvPr/>
            </p:nvSpPr>
            <p:spPr>
              <a:xfrm rot="5400000">
                <a:off x="-2952751" y="2952750"/>
                <a:ext cx="6858001" cy="9525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26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464DB69A-3C0F-5F48-275B-EC1EFAD610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657225"/>
                <a:ext cx="10858500" cy="19050"/>
              </a:xfrm>
              <a:prstGeom prst="line">
                <a:avLst/>
              </a:prstGeom>
              <a:ln>
                <a:solidFill>
                  <a:srgbClr val="3B26BC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8A45EF2-4525-0169-CCE2-EBA375C46B8B}"/>
                </a:ext>
              </a:extLst>
            </p:cNvPr>
            <p:cNvSpPr/>
            <p:nvPr/>
          </p:nvSpPr>
          <p:spPr>
            <a:xfrm>
              <a:off x="1143000" y="847724"/>
              <a:ext cx="2571750" cy="1090515"/>
            </a:xfrm>
            <a:prstGeom prst="roundRect">
              <a:avLst>
                <a:gd name="adj" fmla="val 7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6479D0-B6B0-53C0-DA2E-30D901712A0B}"/>
                </a:ext>
              </a:extLst>
            </p:cNvPr>
            <p:cNvSpPr/>
            <p:nvPr/>
          </p:nvSpPr>
          <p:spPr>
            <a:xfrm>
              <a:off x="3905250" y="847724"/>
              <a:ext cx="2571750" cy="1090515"/>
            </a:xfrm>
            <a:prstGeom prst="roundRect">
              <a:avLst>
                <a:gd name="adj" fmla="val 7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F516D95-3309-05D7-4A24-B6690D4F519E}"/>
                </a:ext>
              </a:extLst>
            </p:cNvPr>
            <p:cNvSpPr/>
            <p:nvPr/>
          </p:nvSpPr>
          <p:spPr>
            <a:xfrm>
              <a:off x="6667500" y="847724"/>
              <a:ext cx="2571750" cy="1090515"/>
            </a:xfrm>
            <a:prstGeom prst="roundRect">
              <a:avLst>
                <a:gd name="adj" fmla="val 7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28207A0-D741-6D7D-9DCA-8228C6387398}"/>
                </a:ext>
              </a:extLst>
            </p:cNvPr>
            <p:cNvSpPr/>
            <p:nvPr/>
          </p:nvSpPr>
          <p:spPr>
            <a:xfrm>
              <a:off x="9429750" y="847724"/>
              <a:ext cx="2571750" cy="1090515"/>
            </a:xfrm>
            <a:prstGeom prst="roundRect">
              <a:avLst>
                <a:gd name="adj" fmla="val 725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4CD1FE6-4753-0E1E-115F-D9D0AB01762E}"/>
                </a:ext>
              </a:extLst>
            </p:cNvPr>
            <p:cNvSpPr/>
            <p:nvPr/>
          </p:nvSpPr>
          <p:spPr>
            <a:xfrm>
              <a:off x="7949682" y="4506686"/>
              <a:ext cx="4051818" cy="216081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D9D6FEA-4F31-4781-71EB-8425CFA49B7A}"/>
                </a:ext>
              </a:extLst>
            </p:cNvPr>
            <p:cNvSpPr/>
            <p:nvPr/>
          </p:nvSpPr>
          <p:spPr>
            <a:xfrm>
              <a:off x="3573624" y="4506686"/>
              <a:ext cx="4185558" cy="216081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0112EF1-7906-8E80-AB39-CE5E9746A46A}"/>
                </a:ext>
              </a:extLst>
            </p:cNvPr>
            <p:cNvSpPr/>
            <p:nvPr/>
          </p:nvSpPr>
          <p:spPr>
            <a:xfrm>
              <a:off x="1136880" y="4506686"/>
              <a:ext cx="2240124" cy="216081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D78994C-B639-3C3D-D42E-5A5D85E0A5DD}"/>
                </a:ext>
              </a:extLst>
            </p:cNvPr>
            <p:cNvSpPr/>
            <p:nvPr/>
          </p:nvSpPr>
          <p:spPr>
            <a:xfrm>
              <a:off x="1136879" y="2128739"/>
              <a:ext cx="3547087" cy="218744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A9664EA-816F-F01E-209B-FB89E014602C}"/>
                </a:ext>
              </a:extLst>
            </p:cNvPr>
            <p:cNvSpPr/>
            <p:nvPr/>
          </p:nvSpPr>
          <p:spPr>
            <a:xfrm>
              <a:off x="4868345" y="2128739"/>
              <a:ext cx="3743810" cy="218744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C4D10C1-E7A6-453A-12EE-94B26270A1EC}"/>
                </a:ext>
              </a:extLst>
            </p:cNvPr>
            <p:cNvSpPr/>
            <p:nvPr/>
          </p:nvSpPr>
          <p:spPr>
            <a:xfrm>
              <a:off x="8796534" y="2109688"/>
              <a:ext cx="3204966" cy="2187445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CC8CE7-659C-F967-F679-464656FBE1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6879" y="2522861"/>
              <a:ext cx="3547087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AB2449B-3E69-0E32-6AF3-FAD20321F339}"/>
                </a:ext>
              </a:extLst>
            </p:cNvPr>
            <p:cNvCxnSpPr>
              <a:cxnSpLocks/>
            </p:cNvCxnSpPr>
            <p:nvPr/>
          </p:nvCxnSpPr>
          <p:spPr>
            <a:xfrm>
              <a:off x="4868345" y="2522861"/>
              <a:ext cx="3743810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1786AAF-88CB-1D87-50D5-AD8D39CC956D}"/>
                </a:ext>
              </a:extLst>
            </p:cNvPr>
            <p:cNvCxnSpPr>
              <a:cxnSpLocks/>
            </p:cNvCxnSpPr>
            <p:nvPr/>
          </p:nvCxnSpPr>
          <p:spPr>
            <a:xfrm>
              <a:off x="8796534" y="2523346"/>
              <a:ext cx="3204966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86EDCB-6CCB-E7C7-B28E-F9F334DBDE3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56" y="4911496"/>
              <a:ext cx="217335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265FF0D-98E2-9545-0238-4EA0F6411116}"/>
                </a:ext>
              </a:extLst>
            </p:cNvPr>
            <p:cNvCxnSpPr>
              <a:cxnSpLocks/>
            </p:cNvCxnSpPr>
            <p:nvPr/>
          </p:nvCxnSpPr>
          <p:spPr>
            <a:xfrm>
              <a:off x="3573624" y="4908870"/>
              <a:ext cx="4185558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BB0DF69-008D-9E13-F22E-34D028DC1C2E}"/>
                </a:ext>
              </a:extLst>
            </p:cNvPr>
            <p:cNvCxnSpPr>
              <a:cxnSpLocks/>
            </p:cNvCxnSpPr>
            <p:nvPr/>
          </p:nvCxnSpPr>
          <p:spPr>
            <a:xfrm>
              <a:off x="7949682" y="4908870"/>
              <a:ext cx="4051818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882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4FC62-B9FD-BCE1-52C7-7EDC6A75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BD167A2-A5F5-261F-F3B2-D9502A91B9BB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D7C6F1-7416-D3F1-9BC4-3E990BCF2F51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D537EECE-071A-B0EC-7C29-6513030A5180}"/>
                </a:ext>
              </a:extLst>
            </p:cNvPr>
            <p:cNvSpPr/>
            <p:nvPr/>
          </p:nvSpPr>
          <p:spPr>
            <a:xfrm rot="5400000">
              <a:off x="-2952751" y="2952750"/>
              <a:ext cx="6858001" cy="952500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3B2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B88542-8275-597D-7E10-982FB5F32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" y="657225"/>
              <a:ext cx="10858500" cy="19050"/>
            </a:xfrm>
            <a:prstGeom prst="line">
              <a:avLst/>
            </a:prstGeom>
            <a:ln>
              <a:solidFill>
                <a:srgbClr val="3B26BC"/>
              </a:solidFill>
              <a:headEnd type="oval"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C06BE6B-D807-26F5-B972-FE821A675A55}"/>
                </a:ext>
              </a:extLst>
            </p:cNvPr>
            <p:cNvSpPr/>
            <p:nvPr/>
          </p:nvSpPr>
          <p:spPr>
            <a:xfrm>
              <a:off x="1136100" y="3396996"/>
              <a:ext cx="4780068" cy="3275866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61030DF-5CC6-D792-DB10-11DD58F02EC3}"/>
                </a:ext>
              </a:extLst>
            </p:cNvPr>
            <p:cNvSpPr/>
            <p:nvPr/>
          </p:nvSpPr>
          <p:spPr>
            <a:xfrm>
              <a:off x="6099768" y="3396996"/>
              <a:ext cx="5901732" cy="3275866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6AF8D8E-AD7B-90B7-3EA4-C9897E2BD0A5}"/>
                </a:ext>
              </a:extLst>
            </p:cNvPr>
            <p:cNvSpPr/>
            <p:nvPr/>
          </p:nvSpPr>
          <p:spPr>
            <a:xfrm>
              <a:off x="1136100" y="851887"/>
              <a:ext cx="3311652" cy="2359971"/>
            </a:xfrm>
            <a:prstGeom prst="roundRect">
              <a:avLst>
                <a:gd name="adj" fmla="val 190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8E33889-ECAE-3B1A-1230-C96F083E58D0}"/>
                </a:ext>
              </a:extLst>
            </p:cNvPr>
            <p:cNvSpPr/>
            <p:nvPr/>
          </p:nvSpPr>
          <p:spPr>
            <a:xfrm>
              <a:off x="4631352" y="851886"/>
              <a:ext cx="3596724" cy="2359972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552098B-5200-C5AB-101C-A84072D63627}"/>
                </a:ext>
              </a:extLst>
            </p:cNvPr>
            <p:cNvSpPr/>
            <p:nvPr/>
          </p:nvSpPr>
          <p:spPr>
            <a:xfrm>
              <a:off x="8411676" y="851886"/>
              <a:ext cx="3596724" cy="2359972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405F36-76A6-09C5-A0B0-16CE03DCD57F}"/>
                </a:ext>
              </a:extLst>
            </p:cNvPr>
            <p:cNvCxnSpPr>
              <a:cxnSpLocks/>
            </p:cNvCxnSpPr>
            <p:nvPr/>
          </p:nvCxnSpPr>
          <p:spPr>
            <a:xfrm>
              <a:off x="1161288" y="3816121"/>
              <a:ext cx="4700016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7C6BA0-18E8-1E24-8CE5-7A4740B311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216" y="1216277"/>
              <a:ext cx="3476964" cy="9094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6158FCC-0E7F-0F6E-2361-7683FD2CB681}"/>
                </a:ext>
              </a:extLst>
            </p:cNvPr>
            <p:cNvCxnSpPr>
              <a:cxnSpLocks/>
            </p:cNvCxnSpPr>
            <p:nvPr/>
          </p:nvCxnSpPr>
          <p:spPr>
            <a:xfrm>
              <a:off x="8833104" y="3843553"/>
              <a:ext cx="3131820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EC231B-841E-36A1-EFDF-03AC8D3B13FF}"/>
                </a:ext>
              </a:extLst>
            </p:cNvPr>
            <p:cNvCxnSpPr>
              <a:cxnSpLocks/>
            </p:cNvCxnSpPr>
            <p:nvPr/>
          </p:nvCxnSpPr>
          <p:spPr>
            <a:xfrm>
              <a:off x="8449426" y="1216277"/>
              <a:ext cx="3506354" cy="9094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387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8332-AE63-C071-7A47-59E531BA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4EE45E67-F2EC-08BA-2BBA-8C8CD15163F7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B8C0ED-7BAE-3CE9-C05A-7BB15D70780D}"/>
                </a:ext>
              </a:extLst>
            </p:cNvPr>
            <p:cNvGrpSpPr/>
            <p:nvPr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AB90C13A-EC7E-D3EA-0EA4-183AECA64D34}"/>
                  </a:ext>
                </a:extLst>
              </p:cNvPr>
              <p:cNvGrpSpPr/>
              <p:nvPr/>
            </p:nvGrpSpPr>
            <p:grpSpPr>
              <a:xfrm>
                <a:off x="0" y="-1"/>
                <a:ext cx="12192000" cy="6858001"/>
                <a:chOff x="0" y="-1"/>
                <a:chExt cx="12192000" cy="6858001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6A7F361D-3D63-B6DC-88B4-636305ED6AC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192000" cy="6858000"/>
                </a:xfrm>
                <a:prstGeom prst="rect">
                  <a:avLst/>
                </a:prstGeom>
                <a:solidFill>
                  <a:srgbClr val="EEEEE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E"/>
                </a:p>
              </p:txBody>
            </p:sp>
            <p:sp>
              <p:nvSpPr>
                <p:cNvPr id="4" name="Rectangle: Top Corners Rounded 3">
                  <a:extLst>
                    <a:ext uri="{FF2B5EF4-FFF2-40B4-BE49-F238E27FC236}">
                      <a16:creationId xmlns:a16="http://schemas.microsoft.com/office/drawing/2014/main" id="{C7060DA9-A3C3-B2A1-2652-FF6E854DCAA0}"/>
                    </a:ext>
                  </a:extLst>
                </p:cNvPr>
                <p:cNvSpPr/>
                <p:nvPr/>
              </p:nvSpPr>
              <p:spPr>
                <a:xfrm rot="5400000">
                  <a:off x="-2952751" y="2952750"/>
                  <a:ext cx="6858001" cy="9525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rgbClr val="3B26B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E"/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F3D33D03-E938-44EA-495F-0C5B825711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43000" y="657225"/>
                  <a:ext cx="10858500" cy="19050"/>
                </a:xfrm>
                <a:prstGeom prst="line">
                  <a:avLst/>
                </a:prstGeom>
                <a:ln>
                  <a:solidFill>
                    <a:srgbClr val="3B26BC"/>
                  </a:solidFill>
                  <a:headEnd type="oval" w="med" len="med"/>
                  <a:tailEnd type="oval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C881A31-6689-D997-4F99-415308A19927}"/>
                  </a:ext>
                </a:extLst>
              </p:cNvPr>
              <p:cNvSpPr/>
              <p:nvPr/>
            </p:nvSpPr>
            <p:spPr>
              <a:xfrm>
                <a:off x="1136100" y="3396996"/>
                <a:ext cx="3664500" cy="3275866"/>
              </a:xfrm>
              <a:prstGeom prst="roundRect">
                <a:avLst>
                  <a:gd name="adj" fmla="val 199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ABACFDC-7535-39D2-3EA2-E2F59F961E2B}"/>
                  </a:ext>
                </a:extLst>
              </p:cNvPr>
              <p:cNvSpPr/>
              <p:nvPr/>
            </p:nvSpPr>
            <p:spPr>
              <a:xfrm>
                <a:off x="4984200" y="3396996"/>
                <a:ext cx="7017300" cy="3275866"/>
              </a:xfrm>
              <a:prstGeom prst="roundRect">
                <a:avLst>
                  <a:gd name="adj" fmla="val 199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F3876C1B-5A13-9A84-BF78-E0C7A464F432}"/>
                  </a:ext>
                </a:extLst>
              </p:cNvPr>
              <p:cNvSpPr/>
              <p:nvPr/>
            </p:nvSpPr>
            <p:spPr>
              <a:xfrm>
                <a:off x="1136100" y="851887"/>
                <a:ext cx="3664500" cy="2359971"/>
              </a:xfrm>
              <a:prstGeom prst="roundRect">
                <a:avLst>
                  <a:gd name="adj" fmla="val 1907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CF94A77-75CC-4292-A6DE-A633F13AFBC4}"/>
                  </a:ext>
                </a:extLst>
              </p:cNvPr>
              <p:cNvSpPr/>
              <p:nvPr/>
            </p:nvSpPr>
            <p:spPr>
              <a:xfrm>
                <a:off x="4984200" y="851886"/>
                <a:ext cx="4031064" cy="2359972"/>
              </a:xfrm>
              <a:prstGeom prst="roundRect">
                <a:avLst>
                  <a:gd name="adj" fmla="val 423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CC1C960-D82D-D220-7914-76792F40E51D}"/>
                  </a:ext>
                </a:extLst>
              </p:cNvPr>
              <p:cNvSpPr/>
              <p:nvPr/>
            </p:nvSpPr>
            <p:spPr>
              <a:xfrm>
                <a:off x="9198864" y="851886"/>
                <a:ext cx="2809536" cy="2359972"/>
              </a:xfrm>
              <a:prstGeom prst="roundRect">
                <a:avLst>
                  <a:gd name="adj" fmla="val 4232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14CBC5-B1A4-736F-F2F0-7B29601EA56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525" y="3816121"/>
              <a:ext cx="360997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1AA3AAB-55C8-1C64-3537-33CFC2082F81}"/>
                </a:ext>
              </a:extLst>
            </p:cNvPr>
            <p:cNvCxnSpPr>
              <a:cxnSpLocks/>
            </p:cNvCxnSpPr>
            <p:nvPr/>
          </p:nvCxnSpPr>
          <p:spPr>
            <a:xfrm>
              <a:off x="5029200" y="3816121"/>
              <a:ext cx="6896100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AFCBE6-ED08-4FBD-509F-C8D893DD193D}"/>
                </a:ext>
              </a:extLst>
            </p:cNvPr>
            <p:cNvCxnSpPr>
              <a:cxnSpLocks/>
            </p:cNvCxnSpPr>
            <p:nvPr/>
          </p:nvCxnSpPr>
          <p:spPr>
            <a:xfrm>
              <a:off x="5039372" y="1282471"/>
              <a:ext cx="395287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C2D6D1-643D-3BBD-4440-36F77CCF3B11}"/>
                </a:ext>
              </a:extLst>
            </p:cNvPr>
            <p:cNvCxnSpPr>
              <a:cxnSpLocks/>
            </p:cNvCxnSpPr>
            <p:nvPr/>
          </p:nvCxnSpPr>
          <p:spPr>
            <a:xfrm>
              <a:off x="1162050" y="1282471"/>
              <a:ext cx="359092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5A92CD1-0D48-39CC-ACB0-958409A64EDA}"/>
                </a:ext>
              </a:extLst>
            </p:cNvPr>
            <p:cNvCxnSpPr>
              <a:cxnSpLocks/>
            </p:cNvCxnSpPr>
            <p:nvPr/>
          </p:nvCxnSpPr>
          <p:spPr>
            <a:xfrm>
              <a:off x="9227439" y="1282471"/>
              <a:ext cx="2726436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51B046C-5454-D981-94E6-5FA99F09A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2850" y="3473450"/>
              <a:ext cx="0" cy="285521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412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D981-1D0C-9A71-3856-827EABFD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688786B-EF90-1D34-F6E2-1F1C930FE36F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1ED5A1E-A10F-9BFD-6AFF-861D5F33AC2A}"/>
                </a:ext>
              </a:extLst>
            </p:cNvPr>
            <p:cNvGrpSpPr/>
            <p:nvPr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DB5167-2E9C-C410-AC4D-0992495E20A0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42AEE6C2-7989-E0E0-9295-8562D4D94675}"/>
                  </a:ext>
                </a:extLst>
              </p:cNvPr>
              <p:cNvSpPr/>
              <p:nvPr/>
            </p:nvSpPr>
            <p:spPr>
              <a:xfrm rot="5400000">
                <a:off x="-2952751" y="2952750"/>
                <a:ext cx="6858001" cy="9525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26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5CDC11C-C1F0-D958-6118-257F5F2DD1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657225"/>
                <a:ext cx="10858500" cy="19050"/>
              </a:xfrm>
              <a:prstGeom prst="line">
                <a:avLst/>
              </a:prstGeom>
              <a:ln>
                <a:solidFill>
                  <a:srgbClr val="3B26BC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DF41710-66DA-0817-9214-40AB16059EE6}"/>
                </a:ext>
              </a:extLst>
            </p:cNvPr>
            <p:cNvSpPr/>
            <p:nvPr/>
          </p:nvSpPr>
          <p:spPr>
            <a:xfrm>
              <a:off x="1136100" y="3586232"/>
              <a:ext cx="3664500" cy="3086630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55D3927-8B64-77B4-835D-DCA0157FEF31}"/>
                </a:ext>
              </a:extLst>
            </p:cNvPr>
            <p:cNvSpPr/>
            <p:nvPr/>
          </p:nvSpPr>
          <p:spPr>
            <a:xfrm>
              <a:off x="8492025" y="3586232"/>
              <a:ext cx="3509474" cy="3086630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3864DD1-6B7D-7A10-C5B3-84C9C3BACBAF}"/>
                </a:ext>
              </a:extLst>
            </p:cNvPr>
            <p:cNvSpPr/>
            <p:nvPr/>
          </p:nvSpPr>
          <p:spPr>
            <a:xfrm>
              <a:off x="1136100" y="851887"/>
              <a:ext cx="3502575" cy="2515877"/>
            </a:xfrm>
            <a:prstGeom prst="roundRect">
              <a:avLst>
                <a:gd name="adj" fmla="val 432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C6D0571-C8A4-345C-3B7B-02D8F35F7516}"/>
                </a:ext>
              </a:extLst>
            </p:cNvPr>
            <p:cNvSpPr/>
            <p:nvPr/>
          </p:nvSpPr>
          <p:spPr>
            <a:xfrm>
              <a:off x="4800600" y="851885"/>
              <a:ext cx="3324225" cy="2515871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541868B-82A4-24D3-938E-14BDA15696E3}"/>
                </a:ext>
              </a:extLst>
            </p:cNvPr>
            <p:cNvSpPr/>
            <p:nvPr/>
          </p:nvSpPr>
          <p:spPr>
            <a:xfrm>
              <a:off x="8286750" y="851885"/>
              <a:ext cx="3721650" cy="2515869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3B0B49-5838-DF3D-CB97-F82436EE8587}"/>
                </a:ext>
              </a:extLst>
            </p:cNvPr>
            <p:cNvCxnSpPr>
              <a:cxnSpLocks/>
            </p:cNvCxnSpPr>
            <p:nvPr/>
          </p:nvCxnSpPr>
          <p:spPr>
            <a:xfrm>
              <a:off x="1162050" y="4044721"/>
              <a:ext cx="355282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290B663-9F3C-A94B-C71A-68379AB9D385}"/>
                </a:ext>
              </a:extLst>
            </p:cNvPr>
            <p:cNvCxnSpPr>
              <a:cxnSpLocks/>
            </p:cNvCxnSpPr>
            <p:nvPr/>
          </p:nvCxnSpPr>
          <p:spPr>
            <a:xfrm>
              <a:off x="8582025" y="4044721"/>
              <a:ext cx="3295650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580E27C-20BE-23E8-7057-44A666C34528}"/>
                </a:ext>
              </a:extLst>
            </p:cNvPr>
            <p:cNvCxnSpPr>
              <a:cxnSpLocks/>
            </p:cNvCxnSpPr>
            <p:nvPr/>
          </p:nvCxnSpPr>
          <p:spPr>
            <a:xfrm>
              <a:off x="4886325" y="1282471"/>
              <a:ext cx="3086100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9CF828-CAFB-3D93-B065-871FD2E04BF0}"/>
                </a:ext>
              </a:extLst>
            </p:cNvPr>
            <p:cNvCxnSpPr>
              <a:cxnSpLocks/>
            </p:cNvCxnSpPr>
            <p:nvPr/>
          </p:nvCxnSpPr>
          <p:spPr>
            <a:xfrm>
              <a:off x="1162050" y="1282471"/>
              <a:ext cx="340042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8E05DE-04D3-4C8E-95F3-92E3F7C9DFE6}"/>
                </a:ext>
              </a:extLst>
            </p:cNvPr>
            <p:cNvCxnSpPr>
              <a:cxnSpLocks/>
            </p:cNvCxnSpPr>
            <p:nvPr/>
          </p:nvCxnSpPr>
          <p:spPr>
            <a:xfrm>
              <a:off x="8401050" y="1282471"/>
              <a:ext cx="355282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F148A54-D4B2-D1B1-969E-7334C23E218D}"/>
                </a:ext>
              </a:extLst>
            </p:cNvPr>
            <p:cNvSpPr/>
            <p:nvPr/>
          </p:nvSpPr>
          <p:spPr>
            <a:xfrm>
              <a:off x="4984200" y="3586232"/>
              <a:ext cx="3324225" cy="3086630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14E038C-BB06-EE1D-2CC5-7CAC3922818E}"/>
                </a:ext>
              </a:extLst>
            </p:cNvPr>
            <p:cNvCxnSpPr>
              <a:cxnSpLocks/>
            </p:cNvCxnSpPr>
            <p:nvPr/>
          </p:nvCxnSpPr>
          <p:spPr>
            <a:xfrm>
              <a:off x="5086350" y="4044721"/>
              <a:ext cx="3114675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48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A155-11BD-0A97-B161-59A1FC3B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57F67B8-89C3-6F4D-7AFA-0E2D35CE9EA8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D582A14-3C9C-CF07-69D9-AB4E15334DB8}"/>
                </a:ext>
              </a:extLst>
            </p:cNvPr>
            <p:cNvGrpSpPr/>
            <p:nvPr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3C4A2FA-3637-BB1B-9B1C-5B9792E3AE3A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186B6052-E2F1-C717-A4AD-F1D611B0563F}"/>
                  </a:ext>
                </a:extLst>
              </p:cNvPr>
              <p:cNvSpPr/>
              <p:nvPr/>
            </p:nvSpPr>
            <p:spPr>
              <a:xfrm rot="5400000">
                <a:off x="-2952751" y="2952750"/>
                <a:ext cx="6858001" cy="9525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26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487550B-8801-5AEC-DEAD-564786B022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657225"/>
                <a:ext cx="10858500" cy="19050"/>
              </a:xfrm>
              <a:prstGeom prst="line">
                <a:avLst/>
              </a:prstGeom>
              <a:ln>
                <a:solidFill>
                  <a:srgbClr val="3B26BC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D2ABF08-F9E0-E4D3-4FAE-77CBCFA47201}"/>
                </a:ext>
              </a:extLst>
            </p:cNvPr>
            <p:cNvSpPr/>
            <p:nvPr/>
          </p:nvSpPr>
          <p:spPr>
            <a:xfrm>
              <a:off x="1143000" y="1333500"/>
              <a:ext cx="10858500" cy="5358411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F57E5BD-1C81-0728-01E4-16BA046ED666}"/>
                </a:ext>
              </a:extLst>
            </p:cNvPr>
            <p:cNvSpPr/>
            <p:nvPr/>
          </p:nvSpPr>
          <p:spPr>
            <a:xfrm>
              <a:off x="1143000" y="790574"/>
              <a:ext cx="10858500" cy="428625"/>
            </a:xfrm>
            <a:prstGeom prst="roundRect">
              <a:avLst>
                <a:gd name="adj" fmla="val 175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1" name="Rectangle: Top Corners Rounded 10">
              <a:extLst>
                <a:ext uri="{FF2B5EF4-FFF2-40B4-BE49-F238E27FC236}">
                  <a16:creationId xmlns:a16="http://schemas.microsoft.com/office/drawing/2014/main" id="{3BD1AF07-A4AE-D21E-8C58-EE436152F422}"/>
                </a:ext>
              </a:extLst>
            </p:cNvPr>
            <p:cNvSpPr/>
            <p:nvPr/>
          </p:nvSpPr>
          <p:spPr>
            <a:xfrm>
              <a:off x="1143000" y="1333499"/>
              <a:ext cx="10858500" cy="619125"/>
            </a:xfrm>
            <a:prstGeom prst="round2Same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</p:grpSp>
    </p:spTree>
    <p:extLst>
      <p:ext uri="{BB962C8B-B14F-4D97-AF65-F5344CB8AC3E}">
        <p14:creationId xmlns:p14="http://schemas.microsoft.com/office/powerpoint/2010/main" val="59085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D46A-42E7-3654-2DD9-18A2763A7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5CBD131-EB48-60AA-0BD7-CDB7321FA433}"/>
              </a:ext>
            </a:extLst>
          </p:cNvPr>
          <p:cNvGrpSpPr/>
          <p:nvPr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72BD85C-96A9-FA4D-30EE-9D41AFFF28CB}"/>
                </a:ext>
              </a:extLst>
            </p:cNvPr>
            <p:cNvGrpSpPr/>
            <p:nvPr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F2E2BA-76FC-8FC8-621E-DDF3D26AD749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EEEEE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sp>
            <p:nvSpPr>
              <p:cNvPr id="4" name="Rectangle: Top Corners Rounded 3">
                <a:extLst>
                  <a:ext uri="{FF2B5EF4-FFF2-40B4-BE49-F238E27FC236}">
                    <a16:creationId xmlns:a16="http://schemas.microsoft.com/office/drawing/2014/main" id="{8A5837DE-5C9F-9024-0417-606659210DDD}"/>
                  </a:ext>
                </a:extLst>
              </p:cNvPr>
              <p:cNvSpPr/>
              <p:nvPr/>
            </p:nvSpPr>
            <p:spPr>
              <a:xfrm rot="5400000">
                <a:off x="-2952751" y="2952750"/>
                <a:ext cx="6858001" cy="9525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3B26B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E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BAB8E12-A1D5-9D25-E3D5-606E76D52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3000" y="657225"/>
                <a:ext cx="10858500" cy="19050"/>
              </a:xfrm>
              <a:prstGeom prst="line">
                <a:avLst/>
              </a:prstGeom>
              <a:ln>
                <a:solidFill>
                  <a:srgbClr val="3B26BC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D25B2D4-5CB9-0808-A4A2-6C252BDBEF52}"/>
                </a:ext>
              </a:extLst>
            </p:cNvPr>
            <p:cNvSpPr/>
            <p:nvPr/>
          </p:nvSpPr>
          <p:spPr>
            <a:xfrm>
              <a:off x="1136100" y="3968496"/>
              <a:ext cx="4723162" cy="2704366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EDFC7B4-A4B1-A6B1-9D90-D9EEBD07E6AA}"/>
                </a:ext>
              </a:extLst>
            </p:cNvPr>
            <p:cNvSpPr/>
            <p:nvPr/>
          </p:nvSpPr>
          <p:spPr>
            <a:xfrm>
              <a:off x="6042862" y="3968494"/>
              <a:ext cx="5958638" cy="2704367"/>
            </a:xfrm>
            <a:prstGeom prst="roundRect">
              <a:avLst>
                <a:gd name="adj" fmla="val 199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EA05FF4-930A-9B6D-E41F-EE515F05B55F}"/>
                </a:ext>
              </a:extLst>
            </p:cNvPr>
            <p:cNvSpPr/>
            <p:nvPr/>
          </p:nvSpPr>
          <p:spPr>
            <a:xfrm>
              <a:off x="3601503" y="1088519"/>
              <a:ext cx="3324225" cy="2704367"/>
            </a:xfrm>
            <a:prstGeom prst="roundRect">
              <a:avLst>
                <a:gd name="adj" fmla="val 42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9800E47-D822-AC97-FD26-C6376AB7BDBE}"/>
                </a:ext>
              </a:extLst>
            </p:cNvPr>
            <p:cNvCxnSpPr>
              <a:cxnSpLocks/>
            </p:cNvCxnSpPr>
            <p:nvPr/>
          </p:nvCxnSpPr>
          <p:spPr>
            <a:xfrm>
              <a:off x="1228492" y="4392193"/>
              <a:ext cx="4568626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D437B5-23CD-0C52-E1F6-405A4001A7AD}"/>
                </a:ext>
              </a:extLst>
            </p:cNvPr>
            <p:cNvCxnSpPr>
              <a:cxnSpLocks/>
            </p:cNvCxnSpPr>
            <p:nvPr/>
          </p:nvCxnSpPr>
          <p:spPr>
            <a:xfrm>
              <a:off x="3670173" y="1526341"/>
              <a:ext cx="3169539" cy="0"/>
            </a:xfrm>
            <a:prstGeom prst="line">
              <a:avLst/>
            </a:prstGeom>
            <a:ln w="12700">
              <a:solidFill>
                <a:srgbClr val="3B26BC"/>
              </a:solidFill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08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26B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AB500-468A-1406-DE0D-669C3F40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Bar graph with upward trend outline">
            <a:extLst>
              <a:ext uri="{FF2B5EF4-FFF2-40B4-BE49-F238E27FC236}">
                <a16:creationId xmlns:a16="http://schemas.microsoft.com/office/drawing/2014/main" id="{A338682E-2032-FB53-31A6-A93FFC791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095" y="3643593"/>
            <a:ext cx="914400" cy="914400"/>
          </a:xfrm>
          <a:prstGeom prst="rect">
            <a:avLst/>
          </a:prstGeom>
        </p:spPr>
      </p:pic>
      <p:pic>
        <p:nvPicPr>
          <p:cNvPr id="9" name="Graphic 8" descr="Flip calendar with solid fill">
            <a:extLst>
              <a:ext uri="{FF2B5EF4-FFF2-40B4-BE49-F238E27FC236}">
                <a16:creationId xmlns:a16="http://schemas.microsoft.com/office/drawing/2014/main" id="{8E02DAD0-566F-8614-DA18-59A6A5B516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6383" y="2971800"/>
            <a:ext cx="914400" cy="914400"/>
          </a:xfrm>
          <a:prstGeom prst="rect">
            <a:avLst/>
          </a:prstGeom>
        </p:spPr>
      </p:pic>
      <p:pic>
        <p:nvPicPr>
          <p:cNvPr id="11" name="Graphic 10" descr="Daily calendar outline">
            <a:extLst>
              <a:ext uri="{FF2B5EF4-FFF2-40B4-BE49-F238E27FC236}">
                <a16:creationId xmlns:a16="http://schemas.microsoft.com/office/drawing/2014/main" id="{B1B6A3C5-8705-B5E7-F1E1-9A0550EDC1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76323" y="501239"/>
            <a:ext cx="914400" cy="914400"/>
          </a:xfrm>
          <a:prstGeom prst="rect">
            <a:avLst/>
          </a:prstGeom>
        </p:spPr>
      </p:pic>
      <p:pic>
        <p:nvPicPr>
          <p:cNvPr id="13" name="Graphic 12" descr="Blueprint outline">
            <a:extLst>
              <a:ext uri="{FF2B5EF4-FFF2-40B4-BE49-F238E27FC236}">
                <a16:creationId xmlns:a16="http://schemas.microsoft.com/office/drawing/2014/main" id="{05C289C1-8F60-356F-3F21-AB9ACE4938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01608" y="2971800"/>
            <a:ext cx="914400" cy="914400"/>
          </a:xfrm>
          <a:prstGeom prst="rect">
            <a:avLst/>
          </a:prstGeom>
        </p:spPr>
      </p:pic>
      <p:pic>
        <p:nvPicPr>
          <p:cNvPr id="8" name="Graphic 7" descr="Users outline">
            <a:extLst>
              <a:ext uri="{FF2B5EF4-FFF2-40B4-BE49-F238E27FC236}">
                <a16:creationId xmlns:a16="http://schemas.microsoft.com/office/drawing/2014/main" id="{B8B8884F-4B9E-194C-EB77-D05A903525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62141" y="1607484"/>
            <a:ext cx="914400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1B1F8AC-9F95-B091-B2A1-F08F1542F0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3067" y="4641365"/>
            <a:ext cx="747656" cy="747656"/>
          </a:xfrm>
          <a:prstGeom prst="rect">
            <a:avLst/>
          </a:prstGeom>
        </p:spPr>
      </p:pic>
      <p:pic>
        <p:nvPicPr>
          <p:cNvPr id="15" name="Graphic 14" descr="Computer outline">
            <a:extLst>
              <a:ext uri="{FF2B5EF4-FFF2-40B4-BE49-F238E27FC236}">
                <a16:creationId xmlns:a16="http://schemas.microsoft.com/office/drawing/2014/main" id="{E49D85CF-AFBD-52E7-8B20-1D94AF4BC84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6809" y="1457325"/>
            <a:ext cx="914400" cy="914400"/>
          </a:xfrm>
          <a:prstGeom prst="rect">
            <a:avLst/>
          </a:prstGeom>
        </p:spPr>
      </p:pic>
      <p:pic>
        <p:nvPicPr>
          <p:cNvPr id="21" name="Graphic 20" descr="Database outline">
            <a:extLst>
              <a:ext uri="{FF2B5EF4-FFF2-40B4-BE49-F238E27FC236}">
                <a16:creationId xmlns:a16="http://schemas.microsoft.com/office/drawing/2014/main" id="{BF7A5D96-3210-9F63-CDDF-361CCB8A2B6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7095" y="5472393"/>
            <a:ext cx="914400" cy="914400"/>
          </a:xfrm>
          <a:prstGeom prst="rect">
            <a:avLst/>
          </a:prstGeom>
        </p:spPr>
      </p:pic>
      <p:pic>
        <p:nvPicPr>
          <p:cNvPr id="29" name="Graphic 28" descr="Blog outline">
            <a:extLst>
              <a:ext uri="{FF2B5EF4-FFF2-40B4-BE49-F238E27FC236}">
                <a16:creationId xmlns:a16="http://schemas.microsoft.com/office/drawing/2014/main" id="{CF80045F-5506-A84C-5CF8-B180EE4144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86809" y="2521884"/>
            <a:ext cx="914400" cy="914400"/>
          </a:xfrm>
          <a:prstGeom prst="rect">
            <a:avLst/>
          </a:prstGeom>
        </p:spPr>
      </p:pic>
      <p:pic>
        <p:nvPicPr>
          <p:cNvPr id="31" name="Graphic 30" descr="Database with solid fill">
            <a:extLst>
              <a:ext uri="{FF2B5EF4-FFF2-40B4-BE49-F238E27FC236}">
                <a16:creationId xmlns:a16="http://schemas.microsoft.com/office/drawing/2014/main" id="{A2CAC964-BCD8-3313-B847-871F87B73C3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59695" y="5472393"/>
            <a:ext cx="914400" cy="914400"/>
          </a:xfrm>
          <a:prstGeom prst="rect">
            <a:avLst/>
          </a:prstGeom>
        </p:spPr>
      </p:pic>
      <p:pic>
        <p:nvPicPr>
          <p:cNvPr id="33" name="Graphic 32" descr="Universal access with solid fill">
            <a:extLst>
              <a:ext uri="{FF2B5EF4-FFF2-40B4-BE49-F238E27FC236}">
                <a16:creationId xmlns:a16="http://schemas.microsoft.com/office/drawing/2014/main" id="{9D7B3A05-E3A7-FFB9-319F-5DE25366958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6809" y="4557993"/>
            <a:ext cx="914400" cy="914400"/>
          </a:xfrm>
          <a:prstGeom prst="rect">
            <a:avLst/>
          </a:prstGeom>
        </p:spPr>
      </p:pic>
      <p:pic>
        <p:nvPicPr>
          <p:cNvPr id="34" name="Graphic 33" descr="Bar graph with upward trend outline">
            <a:extLst>
              <a:ext uri="{FF2B5EF4-FFF2-40B4-BE49-F238E27FC236}">
                <a16:creationId xmlns:a16="http://schemas.microsoft.com/office/drawing/2014/main" id="{659C987A-44FE-4A2B-2C1B-26F89550FDD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59695" y="3643593"/>
            <a:ext cx="914400" cy="914400"/>
          </a:xfrm>
          <a:prstGeom prst="rect">
            <a:avLst/>
          </a:prstGeom>
        </p:spPr>
      </p:pic>
      <p:pic>
        <p:nvPicPr>
          <p:cNvPr id="35" name="Graphic 34" descr="Blog outline">
            <a:extLst>
              <a:ext uri="{FF2B5EF4-FFF2-40B4-BE49-F238E27FC236}">
                <a16:creationId xmlns:a16="http://schemas.microsoft.com/office/drawing/2014/main" id="{5DB99ADC-FDC8-B762-35EE-EFD92452BE6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70229" y="2514600"/>
            <a:ext cx="914400" cy="914400"/>
          </a:xfrm>
          <a:prstGeom prst="rect">
            <a:avLst/>
          </a:prstGeom>
        </p:spPr>
      </p:pic>
      <p:pic>
        <p:nvPicPr>
          <p:cNvPr id="36" name="Graphic 35" descr="Computer outline">
            <a:extLst>
              <a:ext uri="{FF2B5EF4-FFF2-40B4-BE49-F238E27FC236}">
                <a16:creationId xmlns:a16="http://schemas.microsoft.com/office/drawing/2014/main" id="{C2830943-5180-7050-FE03-4627FA4A4F1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976323" y="1457325"/>
            <a:ext cx="914400" cy="914400"/>
          </a:xfrm>
          <a:prstGeom prst="rect">
            <a:avLst/>
          </a:prstGeom>
        </p:spPr>
      </p:pic>
      <p:pic>
        <p:nvPicPr>
          <p:cNvPr id="37" name="Graphic 36" descr="Daily calendar outline">
            <a:extLst>
              <a:ext uri="{FF2B5EF4-FFF2-40B4-BE49-F238E27FC236}">
                <a16:creationId xmlns:a16="http://schemas.microsoft.com/office/drawing/2014/main" id="{A5CC20CC-A25B-35FD-B0A2-EA05DAB1C53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79495" y="466725"/>
            <a:ext cx="914400" cy="914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D3FF6EE-B1DA-72C0-4788-03209AB7797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09950" y="742950"/>
            <a:ext cx="1323975" cy="132397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E13BB11-51E4-4142-115A-0360E6AA147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218691" y="753651"/>
            <a:ext cx="13239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79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4321</TotalTime>
  <Words>7</Words>
  <Application>Microsoft Office PowerPoint</Application>
  <PresentationFormat>Widescreen</PresentationFormat>
  <Paragraphs>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2025-05-13T14:28:10Z</dcterms:created>
  <dcterms:modified xsi:type="dcterms:W3CDTF">2025-05-23T08:37:06Z</dcterms:modified>
</cp:coreProperties>
</file>